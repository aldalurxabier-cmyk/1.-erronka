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dirty="0"/>
              <a:t>Sistema Eragileak Ezartzea</a:t>
            </a:r>
            <a:endParaRPr lang="eu-ES" noProof="0" dirty="0"/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Windows Server-en </a:t>
            </a:r>
            <a:r>
              <a:rPr lang="es-ES" dirty="0" err="1"/>
              <a:t>Instalazioa</a:t>
            </a:r>
            <a:r>
              <a:rPr lang="es-ES" dirty="0"/>
              <a:t> eta </a:t>
            </a:r>
            <a:r>
              <a:rPr lang="es-ES" dirty="0" err="1"/>
              <a:t>Oinarrizko</a:t>
            </a:r>
            <a:r>
              <a:rPr lang="es-ES" dirty="0"/>
              <a:t> </a:t>
            </a:r>
            <a:r>
              <a:rPr lang="es-ES" dirty="0" err="1"/>
              <a:t>Konfigurazioa</a:t>
            </a:r>
            <a:r>
              <a:rPr lang="es-ES" dirty="0"/>
              <a:t> (VirtualBox)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IP-a </a:t>
            </a:r>
            <a:r>
              <a:rPr lang="es-ES" dirty="0" err="1"/>
              <a:t>konfiguratu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Segurtasun</a:t>
            </a:r>
            <a:r>
              <a:rPr lang="es-ES" dirty="0"/>
              <a:t> </a:t>
            </a:r>
            <a:r>
              <a:rPr lang="es-ES" dirty="0" err="1"/>
              <a:t>politikak</a:t>
            </a:r>
            <a:r>
              <a:rPr lang="es-ES" dirty="0"/>
              <a:t> (</a:t>
            </a:r>
            <a:r>
              <a:rPr lang="es-ES" dirty="0" err="1"/>
              <a:t>Pasahitzak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Diskoak</a:t>
            </a:r>
            <a:r>
              <a:rPr lang="es-ES" dirty="0"/>
              <a:t> eta </a:t>
            </a:r>
            <a:r>
              <a:rPr lang="es-ES" dirty="0" err="1"/>
              <a:t>bolumenak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Sistemaren</a:t>
            </a:r>
            <a:r>
              <a:rPr lang="es-ES" dirty="0"/>
              <a:t> Rol-</a:t>
            </a:r>
            <a:r>
              <a:rPr lang="es-ES" dirty="0" err="1"/>
              <a:t>ak</a:t>
            </a:r>
            <a:r>
              <a:rPr lang="es-ES" dirty="0"/>
              <a:t> eta </a:t>
            </a:r>
            <a:r>
              <a:rPr lang="es-ES" dirty="0" err="1"/>
              <a:t>ezaugarriak</a:t>
            </a:r>
            <a:r>
              <a:rPr lang="es-ES" dirty="0"/>
              <a:t> </a:t>
            </a:r>
            <a:r>
              <a:rPr lang="es-ES" dirty="0" err="1"/>
              <a:t>gehitu</a:t>
            </a:r>
            <a:r>
              <a:rPr lang="es-ES" dirty="0"/>
              <a:t> (IIS, </a:t>
            </a:r>
            <a:r>
              <a:rPr lang="es-ES" dirty="0" err="1"/>
              <a:t>iSCSI</a:t>
            </a:r>
            <a:r>
              <a:rPr lang="es-ES" dirty="0"/>
              <a:t> eta </a:t>
            </a:r>
            <a:r>
              <a:rPr lang="es-ES" dirty="0" err="1"/>
              <a:t>Segurtasun</a:t>
            </a:r>
            <a:r>
              <a:rPr lang="es-ES" dirty="0"/>
              <a:t> </a:t>
            </a:r>
            <a:r>
              <a:rPr lang="es-ES" dirty="0" err="1"/>
              <a:t>kopiak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Erabiltzaileak</a:t>
            </a:r>
            <a:r>
              <a:rPr lang="es-ES" dirty="0"/>
              <a:t> eta </a:t>
            </a:r>
            <a:r>
              <a:rPr lang="es-ES" dirty="0" err="1"/>
              <a:t>taldeak</a:t>
            </a:r>
            <a:r>
              <a:rPr lang="es-ES" dirty="0"/>
              <a:t> (</a:t>
            </a:r>
            <a:r>
              <a:rPr lang="es-ES" dirty="0" err="1"/>
              <a:t>Baimenak</a:t>
            </a:r>
            <a:r>
              <a:rPr lang="es-ES" dirty="0"/>
              <a:t> + </a:t>
            </a:r>
            <a:r>
              <a:rPr lang="es-ES" dirty="0" err="1"/>
              <a:t>Kuotak</a:t>
            </a:r>
            <a:r>
              <a:rPr lang="es-E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Web </a:t>
            </a:r>
            <a:r>
              <a:rPr lang="es-ES" dirty="0" err="1"/>
              <a:t>Zerbitzaria</a:t>
            </a:r>
            <a:r>
              <a:rPr lang="es-ES" dirty="0"/>
              <a:t>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/>
              <a:t>Segurtasun</a:t>
            </a:r>
            <a:r>
              <a:rPr lang="es-ES" dirty="0"/>
              <a:t>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s-ES" sz="2000" dirty="0"/>
              <a:t>1. Windows Server-en </a:t>
            </a:r>
            <a:r>
              <a:rPr lang="es-ES" sz="2000" dirty="0" err="1"/>
              <a:t>Instalazioa</a:t>
            </a:r>
            <a:r>
              <a:rPr lang="es-ES" sz="2000" dirty="0"/>
              <a:t> eta </a:t>
            </a:r>
            <a:r>
              <a:rPr lang="es-ES" sz="2000" dirty="0" err="1"/>
              <a:t>Oinarrizko</a:t>
            </a:r>
            <a:r>
              <a:rPr lang="es-ES" sz="2000" dirty="0"/>
              <a:t> </a:t>
            </a:r>
            <a:r>
              <a:rPr lang="es-ES" sz="2000" dirty="0" err="1"/>
              <a:t>Konfigurazioa</a:t>
            </a:r>
            <a:r>
              <a:rPr lang="es-ES" sz="2000" dirty="0"/>
              <a:t> (VirtualBox)</a:t>
            </a:r>
          </a:p>
        </p:txBody>
      </p:sp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2. IP-a </a:t>
            </a:r>
            <a:r>
              <a:rPr lang="es-ES" sz="2000" dirty="0" err="1"/>
              <a:t>konfiguratu</a:t>
            </a:r>
            <a:endParaRPr lang="es-ES" sz="2000" dirty="0"/>
          </a:p>
          <a:p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3. </a:t>
            </a:r>
            <a:r>
              <a:rPr lang="es-ES" sz="2000" dirty="0" err="1"/>
              <a:t>Segurtasun</a:t>
            </a:r>
            <a:r>
              <a:rPr lang="es-ES" sz="2000" dirty="0"/>
              <a:t> </a:t>
            </a:r>
            <a:r>
              <a:rPr lang="es-ES" sz="2000" dirty="0" err="1"/>
              <a:t>politikak</a:t>
            </a:r>
            <a:r>
              <a:rPr lang="es-ES" sz="2000" dirty="0"/>
              <a:t> (</a:t>
            </a:r>
            <a:r>
              <a:rPr lang="es-ES" sz="2000" dirty="0" err="1"/>
              <a:t>Pasahitzak</a:t>
            </a:r>
            <a:r>
              <a:rPr lang="es-ES" sz="2000" dirty="0"/>
              <a:t>)</a:t>
            </a:r>
          </a:p>
          <a:p>
            <a:endParaRPr lang="es-ES" sz="2000" dirty="0"/>
          </a:p>
          <a:p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3527-2C8C-5C46-C067-79A4C672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91DEA-968F-4A4F-2F71-A9A26C18A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F214DF-5E8A-73C0-C7A0-0A92BFDF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8E45CC-5AFC-FA3F-0588-A69CE3344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4. </a:t>
            </a:r>
            <a:r>
              <a:rPr lang="es-ES" sz="2000" dirty="0" err="1"/>
              <a:t>Diskoak</a:t>
            </a:r>
            <a:r>
              <a:rPr lang="es-ES" sz="2000" dirty="0"/>
              <a:t> eta </a:t>
            </a:r>
            <a:r>
              <a:rPr lang="es-ES" sz="2000" dirty="0" err="1"/>
              <a:t>bolumenak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582900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5. RAID</a:t>
            </a:r>
          </a:p>
        </p:txBody>
      </p:sp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6. </a:t>
            </a:r>
            <a:r>
              <a:rPr lang="es-ES" sz="2000" dirty="0" err="1"/>
              <a:t>Sistemaren</a:t>
            </a:r>
            <a:r>
              <a:rPr lang="es-ES" sz="2000" dirty="0"/>
              <a:t> Rol-</a:t>
            </a:r>
            <a:r>
              <a:rPr lang="es-ES" sz="2000" dirty="0" err="1"/>
              <a:t>ak</a:t>
            </a:r>
            <a:r>
              <a:rPr lang="es-ES" sz="2000" dirty="0"/>
              <a:t> eta </a:t>
            </a:r>
            <a:r>
              <a:rPr lang="es-ES" sz="2000" dirty="0" err="1"/>
              <a:t>ezaugarriak</a:t>
            </a:r>
            <a:r>
              <a:rPr lang="es-ES" sz="2000" dirty="0"/>
              <a:t> </a:t>
            </a:r>
            <a:r>
              <a:rPr lang="es-ES" sz="2000" dirty="0" err="1"/>
              <a:t>gehitu</a:t>
            </a:r>
            <a:r>
              <a:rPr lang="es-ES" sz="2000" dirty="0"/>
              <a:t> (IIS, </a:t>
            </a:r>
            <a:r>
              <a:rPr lang="es-ES" sz="2000" dirty="0" err="1"/>
              <a:t>iSCSI</a:t>
            </a:r>
            <a:r>
              <a:rPr lang="es-ES" sz="2000" dirty="0"/>
              <a:t> eta </a:t>
            </a:r>
            <a:r>
              <a:rPr lang="es-ES" sz="2000" dirty="0" err="1"/>
              <a:t>Segurtasun</a:t>
            </a:r>
            <a:r>
              <a:rPr lang="es-ES" sz="2000" dirty="0"/>
              <a:t> </a:t>
            </a:r>
            <a:r>
              <a:rPr lang="es-ES" sz="2000" dirty="0" err="1"/>
              <a:t>kopiak</a:t>
            </a:r>
            <a:r>
              <a:rPr lang="es-ES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7. </a:t>
            </a:r>
            <a:r>
              <a:rPr lang="es-ES" sz="2000" dirty="0" err="1"/>
              <a:t>Erabiltzaileak</a:t>
            </a:r>
            <a:r>
              <a:rPr lang="es-ES" sz="2000" dirty="0"/>
              <a:t> eta </a:t>
            </a:r>
            <a:r>
              <a:rPr lang="es-ES" sz="2000" dirty="0" err="1"/>
              <a:t>taldeak</a:t>
            </a:r>
            <a:r>
              <a:rPr lang="es-ES" sz="2000" dirty="0"/>
              <a:t> (</a:t>
            </a:r>
            <a:r>
              <a:rPr lang="es-ES" sz="2000" dirty="0" err="1"/>
              <a:t>Baimenak</a:t>
            </a:r>
            <a:r>
              <a:rPr lang="es-ES" sz="2000" dirty="0"/>
              <a:t> + </a:t>
            </a:r>
            <a:r>
              <a:rPr lang="es-ES" sz="2000" dirty="0" err="1"/>
              <a:t>Kuotak</a:t>
            </a:r>
            <a:r>
              <a:rPr lang="es-ES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8. Web </a:t>
            </a:r>
            <a:r>
              <a:rPr lang="es-ES" sz="2000" dirty="0" err="1"/>
              <a:t>Zerbitzaria</a:t>
            </a:r>
            <a:r>
              <a:rPr lang="es-ES" sz="2000" dirty="0"/>
              <a:t> (IIS)</a:t>
            </a:r>
          </a:p>
        </p:txBody>
      </p:sp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dirty="0"/>
              <a:t>SISTEMA ERAGILEAK EZARTZEA</a:t>
            </a:r>
            <a:endParaRPr lang="eu-ES" sz="3200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314533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dirty="0"/>
              <a:t>4gb</a:t>
            </a:r>
          </a:p>
          <a:p>
            <a:pPr>
              <a:buFontTx/>
              <a:buChar char="-"/>
            </a:pPr>
            <a:r>
              <a:rPr lang="eu-ES" sz="1400" b="1" dirty="0"/>
              <a:t>2 </a:t>
            </a:r>
            <a:r>
              <a:rPr lang="eu-ES" sz="1400" b="1" dirty="0" err="1"/>
              <a:t>cpu</a:t>
            </a:r>
            <a:endParaRPr lang="eu-ES" sz="1400" b="1" dirty="0"/>
          </a:p>
          <a:p>
            <a:pPr>
              <a:buFontTx/>
              <a:buChar char="-"/>
            </a:pPr>
            <a:r>
              <a:rPr lang="eu-ES" sz="1400" b="1" dirty="0"/>
              <a:t>50gb sistema eragile</a:t>
            </a:r>
          </a:p>
          <a:p>
            <a:pPr>
              <a:buFontTx/>
              <a:buChar char="-"/>
            </a:pPr>
            <a:endParaRPr lang="eu-ES" sz="14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s-ES" sz="2000" dirty="0"/>
              <a:t>9. </a:t>
            </a:r>
            <a:r>
              <a:rPr lang="es-ES" sz="2000" dirty="0" err="1"/>
              <a:t>Segurtasun</a:t>
            </a:r>
            <a:r>
              <a:rPr lang="es-ES" sz="2000" dirty="0"/>
              <a:t> Kopiak</a:t>
            </a:r>
          </a:p>
        </p:txBody>
      </p:sp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109</TotalTime>
  <Words>338</Words>
  <Application>Microsoft Office PowerPoint</Application>
  <PresentationFormat>Panorámica</PresentationFormat>
  <Paragraphs>84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Aldalur Odriozola, Xabier</dc:creator>
  <cp:lastModifiedBy>Aldalur Odriozola, Xabier</cp:lastModifiedBy>
  <cp:revision>6</cp:revision>
  <dcterms:created xsi:type="dcterms:W3CDTF">2026-10-27T09:27:25Z</dcterms:created>
  <dcterms:modified xsi:type="dcterms:W3CDTF">2026-10-27T11:22:32Z</dcterms:modified>
</cp:coreProperties>
</file>