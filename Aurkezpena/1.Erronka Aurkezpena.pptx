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8960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4302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599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19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4113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9040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7362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4717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12317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938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59752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70616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35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1418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140642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36754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3106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C60CDA0-A541-4C6F-AA03-59A25C3812BD}" type="datetimeFigureOut">
              <a:rPr lang="es-ES" smtClean="0"/>
              <a:t>27/10/2026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17299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86CA60-11C3-72F6-26CA-F787A8CD0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10535600" cy="3329581"/>
          </a:xfrm>
        </p:spPr>
        <p:txBody>
          <a:bodyPr/>
          <a:lstStyle/>
          <a:p>
            <a:pPr algn="ctr"/>
            <a:r>
              <a:rPr lang="eu-ES" sz="6000" noProof="0" dirty="0"/>
              <a:t>1. ERRONKA - INFORMAZIOAREN DIGITALIZAZIO WEBGUNEA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2F6AF4B-E7BE-D7F1-A9C5-B375E0BA1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92374" y="4924864"/>
            <a:ext cx="8825658" cy="1554594"/>
          </a:xfrm>
        </p:spPr>
        <p:txBody>
          <a:bodyPr>
            <a:normAutofit/>
          </a:bodyPr>
          <a:lstStyle/>
          <a:p>
            <a:pPr algn="ctr"/>
            <a:r>
              <a:rPr lang="eu-ES" noProof="0" dirty="0"/>
              <a:t>Iker ORTEGA, IÑAKI DE LA FLOR ,OIER ORTUZAR, XABIER ALDALUR</a:t>
            </a:r>
          </a:p>
        </p:txBody>
      </p:sp>
    </p:spTree>
    <p:extLst>
      <p:ext uri="{BB962C8B-B14F-4D97-AF65-F5344CB8AC3E}">
        <p14:creationId xmlns:p14="http://schemas.microsoft.com/office/powerpoint/2010/main" val="4016055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CBBFFF-0F56-1047-D26C-CC6849452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1"/>
            <a:ext cx="8825658" cy="861420"/>
          </a:xfrm>
        </p:spPr>
        <p:txBody>
          <a:bodyPr/>
          <a:lstStyle/>
          <a:p>
            <a:r>
              <a:rPr lang="eu-ES" sz="5400" noProof="0" dirty="0"/>
              <a:t>GAIAK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8BF646-5A5C-26C0-C071-66D1878472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309221"/>
            <a:ext cx="8825658" cy="3329579"/>
          </a:xfrm>
        </p:spPr>
        <p:txBody>
          <a:bodyPr/>
          <a:lstStyle/>
          <a:p>
            <a:r>
              <a:rPr lang="eu-ES" noProof="0" dirty="0"/>
              <a:t>Produkzio-sektoreei aplikatutako digitalizazioa</a:t>
            </a:r>
          </a:p>
          <a:p>
            <a:r>
              <a:rPr lang="eu-ES" noProof="0" dirty="0"/>
              <a:t>Sareak planifikatzea eta administratzea</a:t>
            </a:r>
          </a:p>
          <a:p>
            <a:r>
              <a:rPr lang="eu-ES" noProof="0" dirty="0"/>
              <a:t>Datu Baseen kudeaketa</a:t>
            </a:r>
          </a:p>
          <a:p>
            <a:r>
              <a:rPr lang="eu-ES" noProof="0" dirty="0"/>
              <a:t>Markatzeko lengoaiak eta informazioa kudeatzeko sistemak</a:t>
            </a:r>
          </a:p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376992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Produkzio-sektoreei aplikatutako digitalizazioa</a:t>
            </a:r>
          </a:p>
        </p:txBody>
      </p:sp>
    </p:spTree>
    <p:extLst>
      <p:ext uri="{BB962C8B-B14F-4D97-AF65-F5344CB8AC3E}">
        <p14:creationId xmlns:p14="http://schemas.microsoft.com/office/powerpoint/2010/main" val="1273611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467032"/>
          </a:xfrm>
        </p:spPr>
        <p:txBody>
          <a:bodyPr/>
          <a:lstStyle/>
          <a:p>
            <a:r>
              <a:rPr lang="eu-ES" noProof="0" dirty="0"/>
              <a:t>Produkzio-sektoreei aplikatutako digitalizazioa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6646" y="3173197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Guztiok sarean modu txukunean eta antolatuan lan egiteko, erronkako helburuak taldeari garbi adierazteko eta gure lana (dokumentazioa) publikatzeko.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 err="1"/>
              <a:t>GitHub</a:t>
            </a:r>
            <a:r>
              <a:rPr lang="eu-ES" sz="2000" noProof="0" dirty="0"/>
              <a:t> garatzaileentzako hodeiko plataforma.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5CEB18-2969-CC6A-DE44-BE897A1DD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583" y="3374758"/>
            <a:ext cx="2844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325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GITHUB?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noProof="0" dirty="0"/>
              <a:t>REPOSITORIOA SORTU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Proiektuaren fitxategi eta kode guztiak zentralizatzea.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noProof="0" dirty="0"/>
              <a:t>PROIEKTUA SORTU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Zereginak antolatu eta talde-lana kudeatzea. (Gantt Diagrama)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noProof="0" dirty="0"/>
              <a:t>GITHUB DESKTOP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u-ES" noProof="0" dirty="0"/>
              <a:t>Tokiko lan-fluxua eta hodeiko sinkronizazioa erraztea.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9B331C8-3CDE-835D-C755-D8AFD42A4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6019" y="3429000"/>
            <a:ext cx="2932113" cy="320547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B9D147D-9F84-F87B-EE8A-BBE8602B6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237" y="3456557"/>
            <a:ext cx="2986504" cy="317792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842736C-E2DF-BE9B-05DD-9065AB69DE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6468" y="3426092"/>
            <a:ext cx="2799581" cy="320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7990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73</TotalTime>
  <Words>110</Words>
  <Application>Microsoft Office PowerPoint</Application>
  <PresentationFormat>Panorámica</PresentationFormat>
  <Paragraphs>19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Century Gothic</vt:lpstr>
      <vt:lpstr>Wingdings 3</vt:lpstr>
      <vt:lpstr>Ion</vt:lpstr>
      <vt:lpstr>1. ERRONKA - INFORMAZIOAREN DIGITALIZAZIO WEBGUNEA</vt:lpstr>
      <vt:lpstr>GAIAK</vt:lpstr>
      <vt:lpstr>Produkzio-sektoreei aplikatutako digitalizazioa</vt:lpstr>
      <vt:lpstr>Produkzio-sektoreei aplikatutako digitalizazioa</vt:lpstr>
      <vt:lpstr>ZER EGIN DUGU GITHUB?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Aldalur Odriozola, Xabier</dc:creator>
  <cp:lastModifiedBy>Aldalur Odriozola, Xabier</cp:lastModifiedBy>
  <cp:revision>3</cp:revision>
  <dcterms:created xsi:type="dcterms:W3CDTF">2026-10-27T09:27:25Z</dcterms:created>
  <dcterms:modified xsi:type="dcterms:W3CDTF">2026-10-27T10:46:34Z</dcterms:modified>
</cp:coreProperties>
</file>