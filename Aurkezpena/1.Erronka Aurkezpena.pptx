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Sistema Eragileak Ezartzea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Windows Server-en </a:t>
            </a:r>
            <a:r>
              <a:rPr lang="es-ES" dirty="0" err="1"/>
              <a:t>Instalazioa</a:t>
            </a:r>
            <a:r>
              <a:rPr lang="es-ES" dirty="0"/>
              <a:t> eta </a:t>
            </a:r>
            <a:r>
              <a:rPr lang="es-ES" dirty="0" err="1"/>
              <a:t>Oinarrizko</a:t>
            </a:r>
            <a:r>
              <a:rPr lang="es-ES" dirty="0"/>
              <a:t> </a:t>
            </a:r>
            <a:r>
              <a:rPr lang="es-ES" dirty="0" err="1"/>
              <a:t>Konfigurazioa</a:t>
            </a:r>
            <a:r>
              <a:rPr lang="es-ES" dirty="0"/>
              <a:t> (VirtualBox)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IP-a </a:t>
            </a:r>
            <a:r>
              <a:rPr lang="es-ES" dirty="0" err="1"/>
              <a:t>konfiguratu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Segurtasun</a:t>
            </a:r>
            <a:r>
              <a:rPr lang="es-ES" dirty="0"/>
              <a:t> </a:t>
            </a:r>
            <a:r>
              <a:rPr lang="es-ES" dirty="0" err="1"/>
              <a:t>politikak</a:t>
            </a:r>
            <a:r>
              <a:rPr lang="es-ES" dirty="0"/>
              <a:t> (</a:t>
            </a:r>
            <a:r>
              <a:rPr lang="es-ES" dirty="0" err="1"/>
              <a:t>Pasahitzak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Diskoak</a:t>
            </a:r>
            <a:r>
              <a:rPr lang="es-ES" dirty="0"/>
              <a:t> eta </a:t>
            </a:r>
            <a:r>
              <a:rPr lang="es-ES" dirty="0" err="1"/>
              <a:t>bolumenak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Sistemaren</a:t>
            </a:r>
            <a:r>
              <a:rPr lang="es-ES" dirty="0"/>
              <a:t> Rol-</a:t>
            </a:r>
            <a:r>
              <a:rPr lang="es-ES" dirty="0" err="1"/>
              <a:t>ak</a:t>
            </a:r>
            <a:r>
              <a:rPr lang="es-ES" dirty="0"/>
              <a:t> eta </a:t>
            </a:r>
            <a:r>
              <a:rPr lang="es-ES" dirty="0" err="1"/>
              <a:t>ezaugarriak</a:t>
            </a:r>
            <a:r>
              <a:rPr lang="es-ES" dirty="0"/>
              <a:t> </a:t>
            </a:r>
            <a:r>
              <a:rPr lang="es-ES" dirty="0" err="1"/>
              <a:t>gehitu</a:t>
            </a:r>
            <a:r>
              <a:rPr lang="es-ES" dirty="0"/>
              <a:t> (IIS, </a:t>
            </a:r>
            <a:r>
              <a:rPr lang="es-ES" dirty="0" err="1"/>
              <a:t>iSCSI</a:t>
            </a:r>
            <a:r>
              <a:rPr lang="es-ES" dirty="0"/>
              <a:t> eta </a:t>
            </a:r>
            <a:r>
              <a:rPr lang="es-ES" dirty="0" err="1"/>
              <a:t>Segurtasun</a:t>
            </a:r>
            <a:r>
              <a:rPr lang="es-ES" dirty="0"/>
              <a:t> </a:t>
            </a:r>
            <a:r>
              <a:rPr lang="es-ES" dirty="0" err="1"/>
              <a:t>kopiak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Erabiltzaileak</a:t>
            </a:r>
            <a:r>
              <a:rPr lang="es-ES" dirty="0"/>
              <a:t> eta </a:t>
            </a:r>
            <a:r>
              <a:rPr lang="es-ES" dirty="0" err="1"/>
              <a:t>taldeak</a:t>
            </a:r>
            <a:r>
              <a:rPr lang="es-ES" dirty="0"/>
              <a:t> (</a:t>
            </a:r>
            <a:r>
              <a:rPr lang="es-ES" dirty="0" err="1"/>
              <a:t>Baimenak</a:t>
            </a:r>
            <a:r>
              <a:rPr lang="es-ES" dirty="0"/>
              <a:t> + </a:t>
            </a:r>
            <a:r>
              <a:rPr lang="es-ES" dirty="0" err="1"/>
              <a:t>Kuotak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</a:t>
            </a:r>
            <a:r>
              <a:rPr lang="es-ES" dirty="0" err="1"/>
              <a:t>Zerbitzaria</a:t>
            </a:r>
            <a:r>
              <a:rPr lang="es-ES" dirty="0"/>
              <a:t>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Segurtasun</a:t>
            </a:r>
            <a:r>
              <a:rPr lang="es-ES" dirty="0"/>
              <a:t>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 RAM</a:t>
            </a:r>
          </a:p>
          <a:p>
            <a:pPr>
              <a:buFontTx/>
              <a:buChar char="-"/>
            </a:pPr>
            <a:r>
              <a:rPr lang="eu-ES" sz="1400" b="1" dirty="0"/>
              <a:t>4 CPU</a:t>
            </a:r>
          </a:p>
          <a:p>
            <a:pPr>
              <a:buFontTx/>
              <a:buChar char="-"/>
            </a:pPr>
            <a:r>
              <a:rPr lang="eu-ES" sz="1400" b="1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s-ES" sz="2000" dirty="0"/>
              <a:t>1. Windows Server-en </a:t>
            </a:r>
            <a:r>
              <a:rPr lang="es-ES" sz="2000" dirty="0" err="1"/>
              <a:t>Instalazioa</a:t>
            </a:r>
            <a:r>
              <a:rPr lang="es-ES" sz="2000" dirty="0"/>
              <a:t> eta </a:t>
            </a:r>
            <a:r>
              <a:rPr lang="es-ES" sz="2000" dirty="0" err="1"/>
              <a:t>Oinarrizko</a:t>
            </a:r>
            <a:r>
              <a:rPr lang="es-ES" sz="2000" dirty="0"/>
              <a:t> </a:t>
            </a:r>
            <a:r>
              <a:rPr lang="es-ES" sz="2000" dirty="0" err="1"/>
              <a:t>Konfigurazioa</a:t>
            </a:r>
            <a:r>
              <a:rPr lang="es-ES" sz="2000" dirty="0"/>
              <a:t> (VirtualBox)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dirty="0"/>
              <a:t>Instalatu duguna:</a:t>
            </a:r>
          </a:p>
          <a:p>
            <a:pPr>
              <a:buFontTx/>
              <a:buChar char="-"/>
            </a:pPr>
            <a:r>
              <a:rPr lang="de-DE" sz="1400" b="1" dirty="0"/>
              <a:t>Windows Server 2025 x64 es-ES</a:t>
            </a:r>
            <a:r>
              <a:rPr lang="eu-ES" sz="1400" b="1" dirty="0"/>
              <a:t>4 CPU</a:t>
            </a:r>
          </a:p>
          <a:p>
            <a:pPr>
              <a:buFontTx/>
              <a:buChar char="-"/>
            </a:pPr>
            <a:r>
              <a:rPr lang="eu-ES" sz="1400" b="1" dirty="0" err="1"/>
              <a:t>Standard</a:t>
            </a:r>
            <a:r>
              <a:rPr lang="eu-ES" sz="1400" b="1" dirty="0"/>
              <a:t> </a:t>
            </a:r>
            <a:r>
              <a:rPr lang="eu-ES" sz="1400" b="1" dirty="0" err="1"/>
              <a:t>Edition</a:t>
            </a:r>
            <a:r>
              <a:rPr lang="eu-ES" sz="1400" b="1" dirty="0"/>
              <a:t> (</a:t>
            </a:r>
            <a:r>
              <a:rPr lang="eu-ES" sz="1400" b="1" dirty="0" err="1"/>
              <a:t>Desktop</a:t>
            </a:r>
            <a:r>
              <a:rPr lang="eu-ES" sz="1400" b="1" dirty="0"/>
              <a:t> </a:t>
            </a:r>
            <a:r>
              <a:rPr lang="eu-ES" sz="1400" b="1" dirty="0" err="1"/>
              <a:t>Experience</a:t>
            </a:r>
            <a:r>
              <a:rPr lang="eu-ES" sz="1400" b="1" dirty="0"/>
              <a:t>) / </a:t>
            </a:r>
            <a:r>
              <a:rPr lang="eu-ES" sz="1400" b="1" dirty="0" err="1"/>
              <a:t>Experiencia</a:t>
            </a:r>
            <a:r>
              <a:rPr lang="eu-ES" sz="1400" b="1" dirty="0"/>
              <a:t> de </a:t>
            </a:r>
            <a:r>
              <a:rPr lang="eu-ES" sz="1400" b="1" dirty="0" err="1"/>
              <a:t>escritorio</a:t>
            </a:r>
            <a:endParaRPr lang="eu-ES" sz="1400" b="1" dirty="0"/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2. IP-a </a:t>
            </a:r>
            <a:r>
              <a:rPr lang="es-ES" sz="2000" dirty="0" err="1"/>
              <a:t>konfiguratu</a:t>
            </a:r>
            <a:endParaRPr lang="es-ES" sz="2000" dirty="0"/>
          </a:p>
          <a:p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257269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2500" dirty="0" err="1"/>
              <a:t>Gutxienez</a:t>
            </a:r>
            <a:r>
              <a:rPr lang="es-ES" sz="2500" dirty="0"/>
              <a:t> 8 </a:t>
            </a:r>
            <a:r>
              <a:rPr lang="es-ES" sz="2500" dirty="0" err="1"/>
              <a:t>karaktereko</a:t>
            </a:r>
            <a:r>
              <a:rPr lang="es-ES" sz="2500" dirty="0"/>
              <a:t> </a:t>
            </a:r>
            <a:r>
              <a:rPr lang="es-ES" sz="2500" dirty="0" err="1"/>
              <a:t>pasahitzak</a:t>
            </a:r>
            <a:r>
              <a:rPr lang="es-ES" sz="25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500" dirty="0" err="1"/>
              <a:t>Azken</a:t>
            </a:r>
            <a:r>
              <a:rPr lang="es-ES" sz="2500" dirty="0"/>
              <a:t> 12 </a:t>
            </a:r>
            <a:r>
              <a:rPr lang="es-ES" sz="2500" dirty="0" err="1"/>
              <a:t>pasahitz</a:t>
            </a:r>
            <a:r>
              <a:rPr lang="es-ES" sz="2500" dirty="0"/>
              <a:t> </a:t>
            </a:r>
            <a:r>
              <a:rPr lang="es-ES" sz="2500" dirty="0" err="1"/>
              <a:t>gogoratuko</a:t>
            </a:r>
            <a:r>
              <a:rPr lang="es-ES" sz="2500" dirty="0"/>
              <a:t> </a:t>
            </a:r>
            <a:r>
              <a:rPr lang="es-ES" sz="2500" dirty="0" err="1"/>
              <a:t>dira</a:t>
            </a:r>
            <a:r>
              <a:rPr lang="es-ES" sz="2500" dirty="0"/>
              <a:t> (Historial de contraseñas).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500" dirty="0" err="1"/>
              <a:t>Konplexutasuna</a:t>
            </a:r>
            <a:r>
              <a:rPr lang="es-ES" sz="2500" dirty="0"/>
              <a:t> bai (</a:t>
            </a:r>
            <a:r>
              <a:rPr lang="es-ES" sz="2500" dirty="0" err="1"/>
              <a:t>Karaktere</a:t>
            </a:r>
            <a:r>
              <a:rPr lang="es-ES" sz="2500" dirty="0"/>
              <a:t> </a:t>
            </a:r>
            <a:r>
              <a:rPr lang="es-ES" sz="2500" dirty="0" err="1"/>
              <a:t>berezien</a:t>
            </a:r>
            <a:r>
              <a:rPr lang="es-ES" sz="2500" dirty="0"/>
              <a:t> </a:t>
            </a:r>
            <a:r>
              <a:rPr lang="es-ES" sz="2500" dirty="0" err="1"/>
              <a:t>erabilera</a:t>
            </a:r>
            <a:r>
              <a:rPr lang="es-ES" sz="2500" dirty="0"/>
              <a:t>, </a:t>
            </a:r>
            <a:r>
              <a:rPr lang="es-ES" sz="2500" dirty="0" err="1"/>
              <a:t>maiuskulak</a:t>
            </a:r>
            <a:r>
              <a:rPr lang="es-ES" sz="2500" dirty="0"/>
              <a:t> eta </a:t>
            </a:r>
            <a:r>
              <a:rPr lang="es-ES" sz="2500" dirty="0" err="1"/>
              <a:t>zenbakiak</a:t>
            </a:r>
            <a:r>
              <a:rPr lang="es-ES" sz="2500" dirty="0"/>
              <a:t> </a:t>
            </a:r>
            <a:r>
              <a:rPr lang="es-ES" sz="2500" dirty="0" err="1"/>
              <a:t>erabili</a:t>
            </a:r>
            <a:r>
              <a:rPr lang="es-ES" sz="2500" dirty="0"/>
              <a:t> </a:t>
            </a:r>
            <a:r>
              <a:rPr lang="es-ES" sz="2500" dirty="0" err="1"/>
              <a:t>beharra</a:t>
            </a:r>
            <a:r>
              <a:rPr lang="es-ES" sz="25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500" dirty="0"/>
              <a:t>60 </a:t>
            </a:r>
            <a:r>
              <a:rPr lang="es-ES" sz="2500" dirty="0" err="1"/>
              <a:t>egunean</a:t>
            </a:r>
            <a:r>
              <a:rPr lang="es-ES" sz="2500" dirty="0"/>
              <a:t> </a:t>
            </a:r>
            <a:r>
              <a:rPr lang="es-ES" sz="2500" dirty="0" err="1"/>
              <a:t>behin</a:t>
            </a:r>
            <a:r>
              <a:rPr lang="es-ES" sz="2500" dirty="0"/>
              <a:t> </a:t>
            </a:r>
            <a:r>
              <a:rPr lang="es-ES" sz="2500" dirty="0" err="1"/>
              <a:t>pasahitza</a:t>
            </a:r>
            <a:r>
              <a:rPr lang="es-ES" sz="2500" dirty="0"/>
              <a:t> </a:t>
            </a:r>
            <a:r>
              <a:rPr lang="es-ES" sz="2500" dirty="0" err="1"/>
              <a:t>aldatu</a:t>
            </a:r>
            <a:r>
              <a:rPr lang="es-ES" sz="2500" dirty="0"/>
              <a:t> </a:t>
            </a:r>
            <a:r>
              <a:rPr lang="es-ES" sz="2500" dirty="0" err="1"/>
              <a:t>behar</a:t>
            </a:r>
            <a:r>
              <a:rPr lang="es-ES" sz="2500" dirty="0"/>
              <a:t>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500" dirty="0" err="1"/>
              <a:t>Pasahitza</a:t>
            </a:r>
            <a:r>
              <a:rPr lang="es-ES" sz="2500" dirty="0"/>
              <a:t> 5 </a:t>
            </a:r>
            <a:r>
              <a:rPr lang="es-ES" sz="2500" dirty="0" err="1"/>
              <a:t>aldiz</a:t>
            </a:r>
            <a:r>
              <a:rPr lang="es-ES" sz="2500" dirty="0"/>
              <a:t> </a:t>
            </a:r>
            <a:r>
              <a:rPr lang="es-ES" sz="2500" dirty="0" err="1"/>
              <a:t>jarraian</a:t>
            </a:r>
            <a:r>
              <a:rPr lang="es-ES" sz="2500" dirty="0"/>
              <a:t> </a:t>
            </a:r>
            <a:r>
              <a:rPr lang="es-ES" sz="2500" dirty="0" err="1"/>
              <a:t>gaizki</a:t>
            </a:r>
            <a:r>
              <a:rPr lang="es-ES" sz="2500" dirty="0"/>
              <a:t> </a:t>
            </a:r>
            <a:r>
              <a:rPr lang="es-ES" sz="2500" dirty="0" err="1"/>
              <a:t>sartzen</a:t>
            </a:r>
            <a:r>
              <a:rPr lang="es-ES" sz="2500" dirty="0"/>
              <a:t> </a:t>
            </a:r>
            <a:r>
              <a:rPr lang="es-ES" sz="2500" dirty="0" err="1"/>
              <a:t>bada</a:t>
            </a:r>
            <a:r>
              <a:rPr lang="es-ES" sz="2500" dirty="0"/>
              <a:t>, </a:t>
            </a:r>
            <a:r>
              <a:rPr lang="es-ES" sz="2500" dirty="0" err="1"/>
              <a:t>kontua</a:t>
            </a:r>
            <a:r>
              <a:rPr lang="es-ES" sz="2500" dirty="0"/>
              <a:t> 30 </a:t>
            </a:r>
            <a:r>
              <a:rPr lang="es-ES" sz="2500" dirty="0" err="1"/>
              <a:t>minutuz</a:t>
            </a:r>
            <a:r>
              <a:rPr lang="es-ES" sz="2500" dirty="0"/>
              <a:t> </a:t>
            </a:r>
            <a:r>
              <a:rPr lang="es-ES" sz="2500" dirty="0" err="1"/>
              <a:t>blokeatuta</a:t>
            </a:r>
            <a:r>
              <a:rPr lang="es-ES" sz="2500" dirty="0"/>
              <a:t>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2500" dirty="0" err="1"/>
              <a:t>Administratzailearen</a:t>
            </a:r>
            <a:r>
              <a:rPr lang="es-ES" sz="2500" dirty="0"/>
              <a:t> </a:t>
            </a:r>
            <a:r>
              <a:rPr lang="es-ES" sz="2500" dirty="0" err="1"/>
              <a:t>kontuan</a:t>
            </a:r>
            <a:r>
              <a:rPr lang="es-ES" sz="2500" dirty="0"/>
              <a:t> ere </a:t>
            </a:r>
            <a:r>
              <a:rPr lang="es-ES" sz="2500" dirty="0" err="1"/>
              <a:t>politika</a:t>
            </a:r>
            <a:r>
              <a:rPr lang="es-ES" sz="2500" dirty="0"/>
              <a:t> </a:t>
            </a:r>
            <a:r>
              <a:rPr lang="es-ES" sz="2500" dirty="0" err="1"/>
              <a:t>hauek</a:t>
            </a:r>
            <a:r>
              <a:rPr lang="es-ES" sz="2500" dirty="0"/>
              <a:t> </a:t>
            </a:r>
            <a:r>
              <a:rPr lang="es-ES" sz="2500" dirty="0" err="1"/>
              <a:t>eragina</a:t>
            </a:r>
            <a:r>
              <a:rPr lang="es-ES" sz="2500" dirty="0"/>
              <a:t> </a:t>
            </a:r>
            <a:r>
              <a:rPr lang="es-ES" sz="2500" dirty="0" err="1"/>
              <a:t>izatea</a:t>
            </a:r>
            <a:r>
              <a:rPr lang="es-ES" sz="2500" dirty="0"/>
              <a:t> </a:t>
            </a:r>
            <a:r>
              <a:rPr lang="es-ES" sz="2500" dirty="0" err="1"/>
              <a:t>ahalbidetu</a:t>
            </a:r>
            <a:r>
              <a:rPr lang="es-ES" sz="2500" dirty="0"/>
              <a:t> </a:t>
            </a:r>
            <a:r>
              <a:rPr lang="es-ES" sz="2500" dirty="0" err="1"/>
              <a:t>egin</a:t>
            </a:r>
            <a:r>
              <a:rPr lang="es-ES" sz="2500" dirty="0"/>
              <a:t> </a:t>
            </a:r>
            <a:r>
              <a:rPr lang="es-ES" sz="2500" dirty="0" err="1"/>
              <a:t>dugu</a:t>
            </a:r>
            <a:r>
              <a:rPr lang="es-ES" sz="2500" dirty="0"/>
              <a:t>.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3. </a:t>
            </a:r>
            <a:r>
              <a:rPr lang="es-ES" sz="2000" dirty="0" err="1"/>
              <a:t>Segurtasun</a:t>
            </a:r>
            <a:r>
              <a:rPr lang="es-ES" sz="2000" dirty="0"/>
              <a:t> </a:t>
            </a:r>
            <a:r>
              <a:rPr lang="es-ES" sz="2000" dirty="0" err="1"/>
              <a:t>politikak</a:t>
            </a:r>
            <a:r>
              <a:rPr lang="es-ES" sz="2000" dirty="0"/>
              <a:t> (</a:t>
            </a:r>
            <a:r>
              <a:rPr lang="es-ES" sz="2000" dirty="0" err="1"/>
              <a:t>Pasahitzak</a:t>
            </a:r>
            <a:r>
              <a:rPr lang="es-ES" sz="2000" dirty="0"/>
              <a:t>)</a:t>
            </a:r>
          </a:p>
          <a:p>
            <a:endParaRPr lang="es-ES" sz="2000" dirty="0"/>
          </a:p>
          <a:p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852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129449" cy="1035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Hardwarea: 3 disko gogor, bakoitza 50GB </a:t>
            </a:r>
            <a:r>
              <a:rPr lang="eu-ES" sz="1400" b="1" noProof="0" dirty="0" err="1"/>
              <a:t>koa</a:t>
            </a:r>
            <a:endParaRPr lang="eu-ES" sz="1400" b="1" noProof="0" dirty="0"/>
          </a:p>
          <a:p>
            <a:pPr marL="0" indent="0">
              <a:buNone/>
            </a:pPr>
            <a:r>
              <a:rPr lang="eu-ES" sz="1400" b="1" dirty="0"/>
              <a:t>Bolumen kopurua: 1 (100GB)</a:t>
            </a: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4. </a:t>
            </a:r>
            <a:r>
              <a:rPr lang="es-ES" sz="2000" dirty="0" err="1"/>
              <a:t>Diskoak</a:t>
            </a:r>
            <a:r>
              <a:rPr lang="es-ES" sz="2000" dirty="0"/>
              <a:t> eta </a:t>
            </a:r>
            <a:r>
              <a:rPr lang="es-ES" sz="2000" dirty="0" err="1"/>
              <a:t>bolumenak</a:t>
            </a:r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F9C7EC-0306-2D75-F887-9F3456C40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93" y="2015613"/>
            <a:ext cx="4272453" cy="400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dirty="0"/>
              <a:t>Segurtasuna (</a:t>
            </a:r>
            <a:r>
              <a:rPr lang="eu-ES" sz="1400" b="1" dirty="0" err="1"/>
              <a:t>Parietatea</a:t>
            </a:r>
            <a:r>
              <a:rPr lang="eu-ES" sz="1400" b="1" dirty="0"/>
              <a:t>)</a:t>
            </a:r>
          </a:p>
          <a:p>
            <a:pPr>
              <a:buFontTx/>
              <a:buChar char="-"/>
            </a:pPr>
            <a:r>
              <a:rPr lang="eu-ES" sz="1400" b="1" dirty="0"/>
              <a:t>3 diskoetatik 2ren memoria erabilgarri dugu (3.na </a:t>
            </a:r>
            <a:r>
              <a:rPr lang="eu-ES" sz="1400" b="1" dirty="0" err="1"/>
              <a:t>parietaterako</a:t>
            </a:r>
            <a:r>
              <a:rPr lang="eu-ES" sz="1400" b="1" dirty="0"/>
              <a:t> geratuko da.)</a:t>
            </a:r>
          </a:p>
          <a:p>
            <a:pPr>
              <a:buFontTx/>
              <a:buChar char="-"/>
            </a:pPr>
            <a:r>
              <a:rPr lang="eu-ES" sz="1400" b="1" dirty="0"/>
              <a:t>Disko 1 apurtzen bada, sistemak martxan jarraitu dezake datuak galdu gabe disko gogorra aldatu arte.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5.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dirty="0" err="1"/>
              <a:t>Iscsi</a:t>
            </a:r>
            <a:r>
              <a:rPr lang="eu-ES" sz="2400" b="1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dirty="0"/>
              <a:t>Windows </a:t>
            </a:r>
            <a:r>
              <a:rPr lang="eu-ES" sz="2400" b="1" dirty="0" err="1"/>
              <a:t>server</a:t>
            </a:r>
            <a:r>
              <a:rPr lang="eu-ES" sz="2400" b="1" dirty="0"/>
              <a:t> </a:t>
            </a:r>
            <a:r>
              <a:rPr lang="eu-ES" sz="2400" b="1" dirty="0" err="1"/>
              <a:t>backup</a:t>
            </a:r>
            <a:endParaRPr lang="eu-ES" sz="2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6. </a:t>
            </a:r>
            <a:r>
              <a:rPr lang="es-ES" sz="2000" dirty="0" err="1"/>
              <a:t>Sistemaren</a:t>
            </a:r>
            <a:r>
              <a:rPr lang="es-ES" sz="2000" dirty="0"/>
              <a:t> Rol-</a:t>
            </a:r>
            <a:r>
              <a:rPr lang="es-ES" sz="2000" dirty="0" err="1"/>
              <a:t>ak</a:t>
            </a:r>
            <a:r>
              <a:rPr lang="es-ES" sz="2000" dirty="0"/>
              <a:t> eta </a:t>
            </a:r>
            <a:r>
              <a:rPr lang="es-ES" sz="2000" dirty="0" err="1"/>
              <a:t>ezaugarriak</a:t>
            </a:r>
            <a:r>
              <a:rPr lang="es-ES" sz="2000" dirty="0"/>
              <a:t> </a:t>
            </a:r>
            <a:r>
              <a:rPr lang="es-ES" sz="2000" dirty="0" err="1"/>
              <a:t>gehitu</a:t>
            </a:r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7. </a:t>
            </a:r>
            <a:r>
              <a:rPr lang="es-ES" sz="2000" dirty="0" err="1"/>
              <a:t>Erabiltzaileak</a:t>
            </a:r>
            <a:r>
              <a:rPr lang="es-ES" sz="2000" dirty="0"/>
              <a:t> eta </a:t>
            </a:r>
            <a:r>
              <a:rPr lang="es-ES" sz="2000" dirty="0" err="1"/>
              <a:t>taldeak</a:t>
            </a:r>
            <a:r>
              <a:rPr lang="es-ES" sz="2000" dirty="0"/>
              <a:t> (</a:t>
            </a:r>
            <a:r>
              <a:rPr lang="es-ES" sz="2000" dirty="0" err="1"/>
              <a:t>Baimenak</a:t>
            </a:r>
            <a:r>
              <a:rPr lang="es-ES" sz="2000" dirty="0"/>
              <a:t> + </a:t>
            </a:r>
            <a:r>
              <a:rPr lang="es-ES" sz="2000" dirty="0" err="1"/>
              <a:t>Kuotak</a:t>
            </a:r>
            <a:r>
              <a:rPr lang="es-ES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8. Web </a:t>
            </a:r>
            <a:r>
              <a:rPr lang="es-ES" sz="2000" dirty="0" err="1"/>
              <a:t>Zerbitzaria</a:t>
            </a:r>
            <a:r>
              <a:rPr lang="es-ES" sz="2000" dirty="0"/>
              <a:t>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9. </a:t>
            </a:r>
            <a:r>
              <a:rPr lang="es-ES" sz="2000" dirty="0" err="1"/>
              <a:t>Segurtasun</a:t>
            </a:r>
            <a:r>
              <a:rPr lang="es-ES" sz="2000" dirty="0"/>
              <a:t> Kopiak</a:t>
            </a:r>
          </a:p>
        </p:txBody>
      </p:sp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256</TotalTime>
  <Words>486</Words>
  <Application>Microsoft Office PowerPoint</Application>
  <PresentationFormat>Panorámica</PresentationFormat>
  <Paragraphs>88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Aldalur Odriozola, Xabier</dc:creator>
  <cp:lastModifiedBy>Aldalur Odriozola, Xabier</cp:lastModifiedBy>
  <cp:revision>10</cp:revision>
  <dcterms:created xsi:type="dcterms:W3CDTF">2026-10-27T09:27:25Z</dcterms:created>
  <dcterms:modified xsi:type="dcterms:W3CDTF">2026-10-29T09:18:08Z</dcterms:modified>
</cp:coreProperties>
</file>