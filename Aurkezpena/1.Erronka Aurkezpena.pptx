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0CDA0-A541-4C6F-AA03-59A25C3812BD}" type="datetimeFigureOut">
              <a:rPr lang="es-ES" smtClean="0"/>
              <a:t>27/10/2026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6D54-8F61-4485-B6CB-3E72C51149E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8960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0CDA0-A541-4C6F-AA03-59A25C3812BD}" type="datetimeFigureOut">
              <a:rPr lang="es-ES" smtClean="0"/>
              <a:t>27/10/2026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6D54-8F61-4485-B6CB-3E72C51149E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4302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0CDA0-A541-4C6F-AA03-59A25C3812BD}" type="datetimeFigureOut">
              <a:rPr lang="es-ES" smtClean="0"/>
              <a:t>27/10/2026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6D54-8F61-4485-B6CB-3E72C51149E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599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0CDA0-A541-4C6F-AA03-59A25C3812BD}" type="datetimeFigureOut">
              <a:rPr lang="es-ES" smtClean="0"/>
              <a:t>27/10/2026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6D54-8F61-4485-B6CB-3E72C51149E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8195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0CDA0-A541-4C6F-AA03-59A25C3812BD}" type="datetimeFigureOut">
              <a:rPr lang="es-ES" smtClean="0"/>
              <a:t>27/10/2026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6D54-8F61-4485-B6CB-3E72C51149E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4113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0CDA0-A541-4C6F-AA03-59A25C3812BD}" type="datetimeFigureOut">
              <a:rPr lang="es-ES" smtClean="0"/>
              <a:t>27/10/2026</a:t>
            </a:fld>
            <a:endParaRPr lang="es-E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6D54-8F61-4485-B6CB-3E72C51149E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9040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0CDA0-A541-4C6F-AA03-59A25C3812BD}" type="datetimeFigureOut">
              <a:rPr lang="es-ES" smtClean="0"/>
              <a:t>27/10/2026</a:t>
            </a:fld>
            <a:endParaRPr lang="es-E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6D54-8F61-4485-B6CB-3E72C51149E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7362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0CDA0-A541-4C6F-AA03-59A25C3812BD}" type="datetimeFigureOut">
              <a:rPr lang="es-ES" smtClean="0"/>
              <a:t>27/10/2026</a:t>
            </a:fld>
            <a:endParaRPr lang="es-E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6D54-8F61-4485-B6CB-3E72C51149E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4717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0CDA0-A541-4C6F-AA03-59A25C3812BD}" type="datetimeFigureOut">
              <a:rPr lang="es-ES" smtClean="0"/>
              <a:t>27/10/2026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6D54-8F61-4485-B6CB-3E72C51149E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2317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0CDA0-A541-4C6F-AA03-59A25C3812BD}" type="datetimeFigureOut">
              <a:rPr lang="es-ES" smtClean="0"/>
              <a:t>27/10/2026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6D54-8F61-4485-B6CB-3E72C51149E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9385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0CDA0-A541-4C6F-AA03-59A25C3812BD}" type="datetimeFigureOut">
              <a:rPr lang="es-ES" smtClean="0"/>
              <a:t>27/10/2026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6D54-8F61-4485-B6CB-3E72C51149E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59752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0CDA0-A541-4C6F-AA03-59A25C3812BD}" type="datetimeFigureOut">
              <a:rPr lang="es-ES" smtClean="0"/>
              <a:t>27/10/2026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6D54-8F61-4485-B6CB-3E72C51149E5}" type="slidenum">
              <a:rPr lang="es-ES" smtClean="0"/>
              <a:t>‹Nº›</a:t>
            </a:fld>
            <a:endParaRPr lang="es-E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0616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0CDA0-A541-4C6F-AA03-59A25C3812BD}" type="datetimeFigureOut">
              <a:rPr lang="es-ES" smtClean="0"/>
              <a:t>27/10/2026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6D54-8F61-4485-B6CB-3E72C51149E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355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0CDA0-A541-4C6F-AA03-59A25C3812BD}" type="datetimeFigureOut">
              <a:rPr lang="es-ES" smtClean="0"/>
              <a:t>27/10/2026</a:t>
            </a:fld>
            <a:endParaRPr lang="es-E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6D54-8F61-4485-B6CB-3E72C51149E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1418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0CDA0-A541-4C6F-AA03-59A25C3812BD}" type="datetimeFigureOut">
              <a:rPr lang="es-ES" smtClean="0"/>
              <a:t>27/10/2026</a:t>
            </a:fld>
            <a:endParaRPr lang="es-E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6D54-8F61-4485-B6CB-3E72C51149E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40642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0CDA0-A541-4C6F-AA03-59A25C3812BD}" type="datetimeFigureOut">
              <a:rPr lang="es-ES" smtClean="0"/>
              <a:t>27/10/2026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6D54-8F61-4485-B6CB-3E72C51149E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36754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0CDA0-A541-4C6F-AA03-59A25C3812BD}" type="datetimeFigureOut">
              <a:rPr lang="es-ES" smtClean="0"/>
              <a:t>27/10/2026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6D54-8F61-4485-B6CB-3E72C51149E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3106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C60CDA0-A541-4C6F-AA03-59A25C3812BD}" type="datetimeFigureOut">
              <a:rPr lang="es-ES" smtClean="0"/>
              <a:t>27/10/2026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8F6D54-8F61-4485-B6CB-3E72C51149E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17299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86CA60-11C3-72F6-26CA-F787A8CD09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10535600" cy="3329581"/>
          </a:xfrm>
        </p:spPr>
        <p:txBody>
          <a:bodyPr/>
          <a:lstStyle/>
          <a:p>
            <a:pPr algn="ctr"/>
            <a:r>
              <a:rPr lang="eu-ES" sz="6000" noProof="0" dirty="0"/>
              <a:t>1. ERRONKA - INFORMAZIOAREN DIGITALIZAZIO WEBGUNEA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F6AF4B-E7BE-D7F1-A9C5-B375E0BA1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92374" y="4924864"/>
            <a:ext cx="8825658" cy="1554594"/>
          </a:xfrm>
        </p:spPr>
        <p:txBody>
          <a:bodyPr>
            <a:normAutofit/>
          </a:bodyPr>
          <a:lstStyle/>
          <a:p>
            <a:pPr algn="ctr"/>
            <a:r>
              <a:rPr lang="eu-ES" noProof="0" dirty="0"/>
              <a:t>Iker ORTEGA, IÑAKI DE LA FLOR ,OIER ORTUZAR, XABIER ALDALUR</a:t>
            </a:r>
          </a:p>
        </p:txBody>
      </p:sp>
    </p:spTree>
    <p:extLst>
      <p:ext uri="{BB962C8B-B14F-4D97-AF65-F5344CB8AC3E}">
        <p14:creationId xmlns:p14="http://schemas.microsoft.com/office/powerpoint/2010/main" val="4016055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CBBFFF-0F56-1047-D26C-CC6849452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1"/>
            <a:ext cx="8825658" cy="861420"/>
          </a:xfrm>
        </p:spPr>
        <p:txBody>
          <a:bodyPr/>
          <a:lstStyle/>
          <a:p>
            <a:r>
              <a:rPr lang="eu-ES" sz="5400" noProof="0" dirty="0"/>
              <a:t>GAIAK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8BF646-5A5C-26C0-C071-66D1878472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2309221"/>
            <a:ext cx="8825658" cy="3329579"/>
          </a:xfrm>
        </p:spPr>
        <p:txBody>
          <a:bodyPr/>
          <a:lstStyle/>
          <a:p>
            <a:r>
              <a:rPr lang="eu-ES" noProof="0" dirty="0"/>
              <a:t>Produkzio-sektoreei aplikatutako digitalizazioa</a:t>
            </a:r>
          </a:p>
          <a:p>
            <a:r>
              <a:rPr lang="eu-ES" noProof="0" dirty="0"/>
              <a:t>Sareak planifikatzea eta administratzea</a:t>
            </a:r>
          </a:p>
          <a:p>
            <a:r>
              <a:rPr lang="eu-ES" noProof="0" dirty="0"/>
              <a:t>Datu Baseen kudeaketa</a:t>
            </a:r>
          </a:p>
          <a:p>
            <a:r>
              <a:rPr lang="eu-ES" noProof="0" dirty="0"/>
              <a:t>Markatzeko lengoaiak eta informazioa kudeatzeko sistemak</a:t>
            </a:r>
          </a:p>
          <a:p>
            <a:r>
              <a:rPr lang="eu-ES" noProof="0" dirty="0"/>
              <a:t>Sistema Eragileak Ezartzea</a:t>
            </a:r>
          </a:p>
        </p:txBody>
      </p:sp>
    </p:spTree>
    <p:extLst>
      <p:ext uri="{BB962C8B-B14F-4D97-AF65-F5344CB8AC3E}">
        <p14:creationId xmlns:p14="http://schemas.microsoft.com/office/powerpoint/2010/main" val="3769925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391021-358F-0906-BF73-0D3B03B6BC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u-ES" noProof="0" dirty="0"/>
              <a:t>Produkzio-sektoreei aplikatutako digitalizazioa</a:t>
            </a:r>
          </a:p>
        </p:txBody>
      </p:sp>
    </p:spTree>
    <p:extLst>
      <p:ext uri="{BB962C8B-B14F-4D97-AF65-F5344CB8AC3E}">
        <p14:creationId xmlns:p14="http://schemas.microsoft.com/office/powerpoint/2010/main" val="1273611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E9B680-0CC3-2903-2A3B-CD95C72A9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1007807"/>
            <a:ext cx="7261460" cy="997974"/>
          </a:xfrm>
        </p:spPr>
        <p:txBody>
          <a:bodyPr/>
          <a:lstStyle/>
          <a:p>
            <a:r>
              <a:rPr lang="eu-ES" sz="3200" noProof="0" dirty="0"/>
              <a:t>PRODUKZIO-SEKTOREEI APLIKATUTAKO DIGITALIZAZIOA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CDB5C5-7CE4-5848-A420-05950C4B2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6646" y="3173197"/>
            <a:ext cx="5195997" cy="2003323"/>
          </a:xfrm>
        </p:spPr>
        <p:txBody>
          <a:bodyPr/>
          <a:lstStyle/>
          <a:p>
            <a:pPr marL="0" indent="0">
              <a:buNone/>
            </a:pPr>
            <a:r>
              <a:rPr lang="eu-ES" b="1" noProof="0" dirty="0"/>
              <a:t>Zertarako?</a:t>
            </a:r>
            <a:r>
              <a:rPr lang="eu-ES" noProof="0" dirty="0"/>
              <a:t> Guztiok sarean modu txukunean eta antolatuan lan egiteko, erronkako helburuak taldeari garbi adierazteko eta gure lana (dokumentazioa) publikatzeko.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EC08B91-FA1C-2D00-02DA-846B9DC893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5583" y="2445774"/>
            <a:ext cx="3401063" cy="727423"/>
          </a:xfrm>
        </p:spPr>
        <p:txBody>
          <a:bodyPr>
            <a:normAutofit/>
          </a:bodyPr>
          <a:lstStyle/>
          <a:p>
            <a:r>
              <a:rPr lang="eu-ES" sz="2000" b="1" noProof="0" dirty="0" err="1"/>
              <a:t>GitHub</a:t>
            </a:r>
            <a:r>
              <a:rPr lang="eu-ES" sz="2000" noProof="0" dirty="0"/>
              <a:t> garatzaileentzako hodeiko plataforma.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95CEB18-2969-CC6A-DE44-BE897A1DDF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953" y="3429000"/>
            <a:ext cx="28448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325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07155-C90F-B028-C376-4ADE706E2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u-ES" noProof="0" dirty="0"/>
              <a:t>ZER EGIN DUGU GITHUB?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D64154-DB1A-5BEB-3BA6-3C4BF48C49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u-ES" sz="2000" noProof="0" dirty="0"/>
              <a:t>REPOSITORIOA SORTU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2FE7AF7-7648-444C-B005-E683BD41C408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762000"/>
          </a:xfrm>
        </p:spPr>
        <p:txBody>
          <a:bodyPr/>
          <a:lstStyle/>
          <a:p>
            <a:r>
              <a:rPr lang="eu-ES" noProof="0" dirty="0"/>
              <a:t>Proiektuaren fitxategi eta kode guztiak zentralizatzea.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7DC11E7-34B1-1FAB-64E8-D4E0C5F3B1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u-ES" sz="2000" noProof="0" dirty="0"/>
              <a:t>PROIEKTUA SORTU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A6F5F691-4C0A-FF55-9ABC-F13A7FAF2356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r>
              <a:rPr lang="eu-ES" noProof="0" dirty="0"/>
              <a:t>Zereginak antolatu eta talde-lana kudeatzea. (Gantt Diagrama)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4E34223-06FD-F9F2-6669-77E015BF86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u-ES" sz="2000" noProof="0" dirty="0"/>
              <a:t>GITHUB DESKTOP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5F15484A-7C75-6A1F-E095-8FDC3E0906BE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rPr lang="eu-ES" noProof="0" dirty="0"/>
              <a:t>Tokiko lan-fluxua eta hodeiko sinkronizazioa erraztea.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9B331C8-3CDE-835D-C755-D8AFD42A43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6019" y="3429000"/>
            <a:ext cx="2932113" cy="3205478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B9D147D-9F84-F87B-EE8A-BBE8602B60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237" y="3456557"/>
            <a:ext cx="2986504" cy="317792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842736C-E2DF-BE9B-05DD-9065AB69DE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6468" y="3426092"/>
            <a:ext cx="2799581" cy="320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799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80320-EE7F-BF03-E94C-B5447D0A7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94B38B-AAF1-E004-9A26-4271476AF0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u-ES" dirty="0"/>
              <a:t>Sistema Eragileak Ezartzea</a:t>
            </a:r>
            <a:endParaRPr lang="eu-ES" noProof="0" dirty="0"/>
          </a:p>
        </p:txBody>
      </p:sp>
    </p:spTree>
    <p:extLst>
      <p:ext uri="{BB962C8B-B14F-4D97-AF65-F5344CB8AC3E}">
        <p14:creationId xmlns:p14="http://schemas.microsoft.com/office/powerpoint/2010/main" val="4071827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B3075-3C96-ABD1-3100-00103A0FD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B95E81-C2BF-EF5D-11C6-D677431FC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1007807"/>
            <a:ext cx="7261460" cy="997974"/>
          </a:xfrm>
        </p:spPr>
        <p:txBody>
          <a:bodyPr/>
          <a:lstStyle/>
          <a:p>
            <a:r>
              <a:rPr lang="eu-ES" sz="3200" dirty="0"/>
              <a:t>SISTEMA ERAGILEAK EZARTZEA</a:t>
            </a:r>
            <a:endParaRPr lang="eu-ES" sz="3200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AA8D19-9F92-99BA-8F76-51E8481BF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3" y="2357120"/>
            <a:ext cx="5195997" cy="2003323"/>
          </a:xfrm>
        </p:spPr>
        <p:txBody>
          <a:bodyPr/>
          <a:lstStyle/>
          <a:p>
            <a:pPr marL="0" indent="0">
              <a:buNone/>
            </a:pPr>
            <a:r>
              <a:rPr lang="eu-ES" b="1" noProof="0" dirty="0"/>
              <a:t>Zertarako?</a:t>
            </a:r>
            <a:r>
              <a:rPr lang="eu-ES" noProof="0" dirty="0"/>
              <a:t> Guztiok sarean modu txukunean eta antolatuan lan egiteko, erronkako helburuak taldeari garbi adierazteko eta gure lana (dokumentazioa) publikatzeko.</a:t>
            </a:r>
          </a:p>
        </p:txBody>
      </p:sp>
    </p:spTree>
    <p:extLst>
      <p:ext uri="{BB962C8B-B14F-4D97-AF65-F5344CB8AC3E}">
        <p14:creationId xmlns:p14="http://schemas.microsoft.com/office/powerpoint/2010/main" val="18507263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78</TotalTime>
  <Words>140</Words>
  <Application>Microsoft Office PowerPoint</Application>
  <PresentationFormat>Panorámica</PresentationFormat>
  <Paragraphs>22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Century Gothic</vt:lpstr>
      <vt:lpstr>Wingdings 3</vt:lpstr>
      <vt:lpstr>Ion</vt:lpstr>
      <vt:lpstr>1. ERRONKA - INFORMAZIOAREN DIGITALIZAZIO WEBGUNEA</vt:lpstr>
      <vt:lpstr>GAIAK</vt:lpstr>
      <vt:lpstr>Produkzio-sektoreei aplikatutako digitalizazioa</vt:lpstr>
      <vt:lpstr>PRODUKZIO-SEKTOREEI APLIKATUTAKO DIGITALIZAZIOA</vt:lpstr>
      <vt:lpstr>ZER EGIN DUGU GITHUB?</vt:lpstr>
      <vt:lpstr>Sistema Eragileak Ezartzea</vt:lpstr>
      <vt:lpstr>SISTEMA ERAGILEAK EZARTZEA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Aldalur Odriozola, Xabier</dc:creator>
  <cp:lastModifiedBy>Aldalur Odriozola, Xabier</cp:lastModifiedBy>
  <cp:revision>4</cp:revision>
  <dcterms:created xsi:type="dcterms:W3CDTF">2026-10-27T09:27:25Z</dcterms:created>
  <dcterms:modified xsi:type="dcterms:W3CDTF">2026-10-27T10:51:00Z</dcterms:modified>
</cp:coreProperties>
</file>