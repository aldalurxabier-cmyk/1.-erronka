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28/10/2026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Sistema Eragileak Ezartzea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Windows Server-en </a:t>
            </a:r>
            <a:r>
              <a:rPr lang="es-ES" dirty="0" err="1"/>
              <a:t>Instalazioa</a:t>
            </a:r>
            <a:r>
              <a:rPr lang="es-ES" dirty="0"/>
              <a:t> eta </a:t>
            </a:r>
            <a:r>
              <a:rPr lang="es-ES" dirty="0" err="1"/>
              <a:t>Oinarrizko</a:t>
            </a:r>
            <a:r>
              <a:rPr lang="es-ES" dirty="0"/>
              <a:t> </a:t>
            </a:r>
            <a:r>
              <a:rPr lang="es-ES" dirty="0" err="1"/>
              <a:t>Konfigurazioa</a:t>
            </a:r>
            <a:r>
              <a:rPr lang="es-ES" dirty="0"/>
              <a:t> (VirtualBox)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IP-a </a:t>
            </a:r>
            <a:r>
              <a:rPr lang="es-ES" dirty="0" err="1"/>
              <a:t>konfiguratu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politikak</a:t>
            </a:r>
            <a:r>
              <a:rPr lang="es-ES" dirty="0"/>
              <a:t> (</a:t>
            </a:r>
            <a:r>
              <a:rPr lang="es-ES" dirty="0" err="1"/>
              <a:t>Pasahitzak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Diskoak</a:t>
            </a:r>
            <a:r>
              <a:rPr lang="es-ES" dirty="0"/>
              <a:t> eta </a:t>
            </a:r>
            <a:r>
              <a:rPr lang="es-ES" dirty="0" err="1"/>
              <a:t>bolumenak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Sistemaren</a:t>
            </a:r>
            <a:r>
              <a:rPr lang="es-ES" dirty="0"/>
              <a:t> Rol-</a:t>
            </a:r>
            <a:r>
              <a:rPr lang="es-ES" dirty="0" err="1"/>
              <a:t>ak</a:t>
            </a:r>
            <a:r>
              <a:rPr lang="es-ES" dirty="0"/>
              <a:t> eta </a:t>
            </a:r>
            <a:r>
              <a:rPr lang="es-ES" dirty="0" err="1"/>
              <a:t>ezaugarriak</a:t>
            </a:r>
            <a:r>
              <a:rPr lang="es-ES" dirty="0"/>
              <a:t> </a:t>
            </a:r>
            <a:r>
              <a:rPr lang="es-ES" dirty="0" err="1"/>
              <a:t>gehitu</a:t>
            </a:r>
            <a:r>
              <a:rPr lang="es-ES" dirty="0"/>
              <a:t> (IIS, </a:t>
            </a:r>
            <a:r>
              <a:rPr lang="es-ES" dirty="0" err="1"/>
              <a:t>iSCSI</a:t>
            </a:r>
            <a:r>
              <a:rPr lang="es-ES" dirty="0"/>
              <a:t> eta </a:t>
            </a: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kopiak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Erabiltzaileak</a:t>
            </a:r>
            <a:r>
              <a:rPr lang="es-ES" dirty="0"/>
              <a:t> eta </a:t>
            </a:r>
            <a:r>
              <a:rPr lang="es-ES" dirty="0" err="1"/>
              <a:t>taldeak</a:t>
            </a:r>
            <a:r>
              <a:rPr lang="es-ES" dirty="0"/>
              <a:t> (</a:t>
            </a:r>
            <a:r>
              <a:rPr lang="es-ES" dirty="0" err="1"/>
              <a:t>Baimenak</a:t>
            </a:r>
            <a:r>
              <a:rPr lang="es-ES" dirty="0"/>
              <a:t> + </a:t>
            </a:r>
            <a:r>
              <a:rPr lang="es-ES" dirty="0" err="1"/>
              <a:t>Kuotak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</a:t>
            </a:r>
            <a:r>
              <a:rPr lang="es-ES" dirty="0" err="1"/>
              <a:t>Zerbitzaria</a:t>
            </a:r>
            <a:r>
              <a:rPr lang="es-ES" dirty="0"/>
              <a:t>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 RAM</a:t>
            </a:r>
          </a:p>
          <a:p>
            <a:pPr>
              <a:buFontTx/>
              <a:buChar char="-"/>
            </a:pPr>
            <a:r>
              <a:rPr lang="eu-ES" sz="1400" b="1" dirty="0"/>
              <a:t>4 CPU</a:t>
            </a:r>
          </a:p>
          <a:p>
            <a:pPr>
              <a:buFontTx/>
              <a:buChar char="-"/>
            </a:pPr>
            <a:r>
              <a:rPr lang="eu-ES" sz="1400" b="1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s-ES" sz="2000" dirty="0"/>
              <a:t>1. Windows Server-en </a:t>
            </a:r>
            <a:r>
              <a:rPr lang="es-ES" sz="2000" dirty="0" err="1"/>
              <a:t>Instalazioa</a:t>
            </a:r>
            <a:r>
              <a:rPr lang="es-ES" sz="2000" dirty="0"/>
              <a:t> eta </a:t>
            </a:r>
            <a:r>
              <a:rPr lang="es-ES" sz="2000" dirty="0" err="1"/>
              <a:t>Oinarrizko</a:t>
            </a:r>
            <a:r>
              <a:rPr lang="es-ES" sz="2000" dirty="0"/>
              <a:t> </a:t>
            </a:r>
            <a:r>
              <a:rPr lang="es-ES" sz="2000" dirty="0" err="1"/>
              <a:t>Konfigurazioa</a:t>
            </a:r>
            <a:r>
              <a:rPr lang="es-ES" sz="2000" dirty="0"/>
              <a:t> (VirtualBox)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dirty="0"/>
              <a:t>Instalatu duguna:</a:t>
            </a:r>
          </a:p>
          <a:p>
            <a:pPr>
              <a:buFontTx/>
              <a:buChar char="-"/>
            </a:pPr>
            <a:r>
              <a:rPr lang="de-DE" sz="1400" b="1" dirty="0"/>
              <a:t>Windows Server 2025 x64 es-ES</a:t>
            </a:r>
            <a:r>
              <a:rPr lang="eu-ES" sz="1400" b="1" dirty="0"/>
              <a:t>4 CPU</a:t>
            </a:r>
          </a:p>
          <a:p>
            <a:pPr>
              <a:buFontTx/>
              <a:buChar char="-"/>
            </a:pPr>
            <a:r>
              <a:rPr lang="eu-ES" sz="1400" b="1" dirty="0" err="1"/>
              <a:t>Standard</a:t>
            </a:r>
            <a:r>
              <a:rPr lang="eu-ES" sz="1400" b="1" dirty="0"/>
              <a:t> </a:t>
            </a:r>
            <a:r>
              <a:rPr lang="eu-ES" sz="1400" b="1" dirty="0" err="1"/>
              <a:t>Edition</a:t>
            </a:r>
            <a:r>
              <a:rPr lang="eu-ES" sz="1400" b="1" dirty="0"/>
              <a:t> (</a:t>
            </a:r>
            <a:r>
              <a:rPr lang="eu-ES" sz="1400" b="1" dirty="0" err="1"/>
              <a:t>Desktop</a:t>
            </a:r>
            <a:r>
              <a:rPr lang="eu-ES" sz="1400" b="1" dirty="0"/>
              <a:t> </a:t>
            </a:r>
            <a:r>
              <a:rPr lang="eu-ES" sz="1400" b="1" dirty="0" err="1"/>
              <a:t>Experience</a:t>
            </a:r>
            <a:r>
              <a:rPr lang="eu-ES" sz="1400" b="1" dirty="0"/>
              <a:t>) / </a:t>
            </a:r>
            <a:r>
              <a:rPr lang="eu-ES" sz="1400" b="1" dirty="0" err="1"/>
              <a:t>Experiencia</a:t>
            </a:r>
            <a:r>
              <a:rPr lang="eu-ES" sz="1400" b="1" dirty="0"/>
              <a:t> de </a:t>
            </a:r>
            <a:r>
              <a:rPr lang="eu-ES" sz="1400" b="1" dirty="0" err="1"/>
              <a:t>escritorio</a:t>
            </a:r>
            <a:endParaRPr lang="eu-ES" sz="1400" b="1" dirty="0"/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2. IP-a </a:t>
            </a:r>
            <a:r>
              <a:rPr lang="es-ES" sz="2000" dirty="0" err="1"/>
              <a:t>konfiguratu</a:t>
            </a:r>
            <a:endParaRPr lang="es-ES" sz="2000" dirty="0"/>
          </a:p>
          <a:p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3. </a:t>
            </a:r>
            <a:r>
              <a:rPr lang="es-ES" sz="2000" dirty="0" err="1"/>
              <a:t>Segurtasun</a:t>
            </a:r>
            <a:r>
              <a:rPr lang="es-ES" sz="2000" dirty="0"/>
              <a:t> </a:t>
            </a:r>
            <a:r>
              <a:rPr lang="es-ES" sz="2000" dirty="0" err="1"/>
              <a:t>politikak</a:t>
            </a:r>
            <a:r>
              <a:rPr lang="es-ES" sz="2000" dirty="0"/>
              <a:t> (</a:t>
            </a:r>
            <a:r>
              <a:rPr lang="es-ES" sz="2000" dirty="0" err="1"/>
              <a:t>Pasahitzak</a:t>
            </a:r>
            <a:r>
              <a:rPr lang="es-ES" sz="2000" dirty="0"/>
              <a:t>)</a:t>
            </a:r>
          </a:p>
          <a:p>
            <a:endParaRPr lang="es-ES" sz="2000" dirty="0"/>
          </a:p>
          <a:p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dirty="0"/>
              <a:t>Bolumen kopurua: 1 (100GB)</a:t>
            </a: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4. </a:t>
            </a:r>
            <a:r>
              <a:rPr lang="es-ES" sz="2000" dirty="0" err="1"/>
              <a:t>Diskoak</a:t>
            </a:r>
            <a:r>
              <a:rPr lang="es-ES" sz="2000" dirty="0"/>
              <a:t> eta </a:t>
            </a:r>
            <a:r>
              <a:rPr lang="es-ES" sz="2000" dirty="0" err="1"/>
              <a:t>bolumenak</a:t>
            </a:r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dirty="0"/>
              <a:t>Segurtasuna (</a:t>
            </a:r>
            <a:r>
              <a:rPr lang="eu-ES" sz="1400" b="1" dirty="0" err="1"/>
              <a:t>Parietatea</a:t>
            </a:r>
            <a:r>
              <a:rPr lang="eu-ES" sz="1400" b="1" dirty="0"/>
              <a:t>)</a:t>
            </a:r>
          </a:p>
          <a:p>
            <a:pPr>
              <a:buFontTx/>
              <a:buChar char="-"/>
            </a:pPr>
            <a:r>
              <a:rPr lang="eu-ES" sz="1400" b="1" dirty="0"/>
              <a:t>3 diskoetatik 2ren memoria erabilgarri dugu (3.na </a:t>
            </a:r>
            <a:r>
              <a:rPr lang="eu-ES" sz="1400" b="1" dirty="0" err="1"/>
              <a:t>parietaterako</a:t>
            </a:r>
            <a:r>
              <a:rPr lang="eu-ES" sz="1400" b="1" dirty="0"/>
              <a:t> geratuko da.)</a:t>
            </a:r>
          </a:p>
          <a:p>
            <a:pPr>
              <a:buFontTx/>
              <a:buChar char="-"/>
            </a:pPr>
            <a:r>
              <a:rPr lang="eu-ES" sz="1400" b="1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dirty="0" err="1"/>
              <a:t>Iscsi</a:t>
            </a:r>
            <a:r>
              <a:rPr lang="eu-ES" sz="2400" b="1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dirty="0"/>
              <a:t>Windows </a:t>
            </a:r>
            <a:r>
              <a:rPr lang="eu-ES" sz="2400" b="1" dirty="0" err="1"/>
              <a:t>server</a:t>
            </a:r>
            <a:r>
              <a:rPr lang="eu-ES" sz="2400" b="1" dirty="0"/>
              <a:t> </a:t>
            </a:r>
            <a:r>
              <a:rPr lang="eu-ES" sz="2400" b="1" dirty="0" err="1"/>
              <a:t>backup</a:t>
            </a:r>
            <a:endParaRPr lang="eu-ES" sz="2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6. </a:t>
            </a:r>
            <a:r>
              <a:rPr lang="es-ES" sz="2000" dirty="0" err="1"/>
              <a:t>Sistemaren</a:t>
            </a:r>
            <a:r>
              <a:rPr lang="es-ES" sz="2000" dirty="0"/>
              <a:t> Rol-</a:t>
            </a:r>
            <a:r>
              <a:rPr lang="es-ES" sz="2000" dirty="0" err="1"/>
              <a:t>ak</a:t>
            </a:r>
            <a:r>
              <a:rPr lang="es-ES" sz="2000" dirty="0"/>
              <a:t> eta </a:t>
            </a:r>
            <a:r>
              <a:rPr lang="es-ES" sz="2000" dirty="0" err="1"/>
              <a:t>ezaugarriak</a:t>
            </a:r>
            <a:r>
              <a:rPr lang="es-ES" sz="2000" dirty="0"/>
              <a:t> </a:t>
            </a:r>
            <a:r>
              <a:rPr lang="es-ES" sz="2000" dirty="0" err="1"/>
              <a:t>gehitu</a:t>
            </a:r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7. </a:t>
            </a:r>
            <a:r>
              <a:rPr lang="es-ES" sz="2000" dirty="0" err="1"/>
              <a:t>Erabiltzaileak</a:t>
            </a:r>
            <a:r>
              <a:rPr lang="es-ES" sz="2000" dirty="0"/>
              <a:t> eta </a:t>
            </a:r>
            <a:r>
              <a:rPr lang="es-ES" sz="2000" dirty="0" err="1"/>
              <a:t>taldeak</a:t>
            </a:r>
            <a:r>
              <a:rPr lang="es-ES" sz="2000" dirty="0"/>
              <a:t> (</a:t>
            </a:r>
            <a:r>
              <a:rPr lang="es-ES" sz="2000" dirty="0" err="1"/>
              <a:t>Baimenak</a:t>
            </a:r>
            <a:r>
              <a:rPr lang="es-ES" sz="2000" dirty="0"/>
              <a:t> + </a:t>
            </a:r>
            <a:r>
              <a:rPr lang="es-ES" sz="2000" dirty="0" err="1"/>
              <a:t>Kuotak</a:t>
            </a:r>
            <a:r>
              <a:rPr lang="es-ES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8. Web </a:t>
            </a:r>
            <a:r>
              <a:rPr lang="es-ES" sz="2000" dirty="0" err="1"/>
              <a:t>Zerbitzaria</a:t>
            </a:r>
            <a:r>
              <a:rPr lang="es-ES" sz="2000" dirty="0"/>
              <a:t>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9. </a:t>
            </a:r>
            <a:r>
              <a:rPr lang="es-ES" sz="2000" dirty="0" err="1"/>
              <a:t>Segurtasun</a:t>
            </a:r>
            <a:r>
              <a:rPr lang="es-ES" sz="2000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251</TotalTime>
  <Words>433</Words>
  <Application>Microsoft Office PowerPoint</Application>
  <PresentationFormat>Panorámica</PresentationFormat>
  <Paragraphs>86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9</cp:revision>
  <dcterms:created xsi:type="dcterms:W3CDTF">2026-10-27T09:27:25Z</dcterms:created>
  <dcterms:modified xsi:type="dcterms:W3CDTF">2026-10-28T20:14:13Z</dcterms:modified>
</cp:coreProperties>
</file>