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3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8960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54302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8599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8195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4113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9040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7362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74717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12317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938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59752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706165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735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1418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140642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36754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3106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1C60CDA0-A541-4C6F-AA03-59A25C3812BD}" type="datetimeFigureOut">
              <a:rPr lang="es-ES" smtClean="0"/>
              <a:t>29/10/2026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F6D54-8F61-4485-B6CB-3E72C51149E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17299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86CA60-11C3-72F6-26CA-F787A8CD09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10535600" cy="3329581"/>
          </a:xfrm>
        </p:spPr>
        <p:txBody>
          <a:bodyPr/>
          <a:lstStyle/>
          <a:p>
            <a:pPr algn="ctr"/>
            <a:r>
              <a:rPr lang="eu-ES" sz="6000" noProof="0" dirty="0"/>
              <a:t>1. ERRONKA - INFORMAZIOAREN DIGITALIZAZIO WEBGUNEA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2F6AF4B-E7BE-D7F1-A9C5-B375E0BA1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92374" y="4924864"/>
            <a:ext cx="8825658" cy="1554594"/>
          </a:xfrm>
        </p:spPr>
        <p:txBody>
          <a:bodyPr>
            <a:normAutofit/>
          </a:bodyPr>
          <a:lstStyle/>
          <a:p>
            <a:pPr algn="ctr"/>
            <a:r>
              <a:rPr lang="eu-ES" noProof="0" dirty="0"/>
              <a:t>Iker ORTEGA, IÑAKI DE LA FLOR ,OIER ORTUZAR, XABIER ALDALUR</a:t>
            </a:r>
          </a:p>
        </p:txBody>
      </p:sp>
    </p:spTree>
    <p:extLst>
      <p:ext uri="{BB962C8B-B14F-4D97-AF65-F5344CB8AC3E}">
        <p14:creationId xmlns:p14="http://schemas.microsoft.com/office/powerpoint/2010/main" val="4016055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CBBFFF-0F56-1047-D26C-CC6849452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1"/>
            <a:ext cx="8825658" cy="861420"/>
          </a:xfrm>
        </p:spPr>
        <p:txBody>
          <a:bodyPr/>
          <a:lstStyle/>
          <a:p>
            <a:r>
              <a:rPr lang="eu-ES" sz="5400" noProof="0" dirty="0"/>
              <a:t>GAIAK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18BF646-5A5C-26C0-C071-66D1878472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2309221"/>
            <a:ext cx="8825658" cy="3329579"/>
          </a:xfrm>
        </p:spPr>
        <p:txBody>
          <a:bodyPr/>
          <a:lstStyle/>
          <a:p>
            <a:r>
              <a:rPr lang="eu-ES" noProof="0" dirty="0"/>
              <a:t>Produkzio-sektoreei aplikatutako digitalizazioa</a:t>
            </a:r>
          </a:p>
          <a:p>
            <a:r>
              <a:rPr lang="eu-ES" noProof="0" dirty="0"/>
              <a:t>Sareak planifikatzea eta administratzea</a:t>
            </a:r>
          </a:p>
          <a:p>
            <a:r>
              <a:rPr lang="eu-ES" noProof="0" dirty="0"/>
              <a:t>Datu Baseen kudeaketa</a:t>
            </a:r>
          </a:p>
          <a:p>
            <a:r>
              <a:rPr lang="eu-ES" noProof="0" dirty="0"/>
              <a:t>Markatzeko lengoaiak eta informazioa kudeatzeko sistemak</a:t>
            </a:r>
          </a:p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3769925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391021-358F-0906-BF73-0D3B03B6BC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Produkzio-sektoreei aplikatutako digitalizazioa</a:t>
            </a:r>
          </a:p>
        </p:txBody>
      </p:sp>
    </p:spTree>
    <p:extLst>
      <p:ext uri="{BB962C8B-B14F-4D97-AF65-F5344CB8AC3E}">
        <p14:creationId xmlns:p14="http://schemas.microsoft.com/office/powerpoint/2010/main" val="1273611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E9B680-0CC3-2903-2A3B-CD95C72A9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PRODUKZIO-SEKTOREEI APLIKATUTAKO DIGITALIZAZIOA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2CDB5C5-7CE4-5848-A420-05950C4B2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6646" y="3173197"/>
            <a:ext cx="5195997" cy="2003323"/>
          </a:xfrm>
        </p:spPr>
        <p:txBody>
          <a:bodyPr/>
          <a:lstStyle/>
          <a:p>
            <a:pPr marL="0" indent="0">
              <a:buNone/>
            </a:pPr>
            <a:r>
              <a:rPr lang="eu-ES" b="1" noProof="0" dirty="0"/>
              <a:t>Zertarako?</a:t>
            </a:r>
            <a:r>
              <a:rPr lang="eu-ES" noProof="0" dirty="0"/>
              <a:t> Guztiok sarean modu txukunean eta antolatuan lan egiteko, erronkako helburuak taldeari garbi adierazteko eta gure lana (dokumentazioa) publikatzeko.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EC08B91-FA1C-2D00-02DA-846B9DC893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3401063" cy="727423"/>
          </a:xfrm>
        </p:spPr>
        <p:txBody>
          <a:bodyPr>
            <a:normAutofit/>
          </a:bodyPr>
          <a:lstStyle/>
          <a:p>
            <a:r>
              <a:rPr lang="eu-ES" sz="2000" b="1" noProof="0" dirty="0" err="1"/>
              <a:t>GitHub</a:t>
            </a:r>
            <a:r>
              <a:rPr lang="eu-ES" sz="2000" noProof="0" dirty="0"/>
              <a:t> garatzaileentzako hodeiko plataforma.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5CEB18-2969-CC6A-DE44-BE897A1DD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953" y="3429000"/>
            <a:ext cx="28448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3254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07155-C90F-B028-C376-4ADE706E2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 noProof="0" dirty="0"/>
              <a:t>ZER EGIN DUGU GITHUB?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64154-DB1A-5BEB-3BA6-3C4BF48C4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u-ES" sz="2000" noProof="0" dirty="0"/>
              <a:t>REPOSITORIOA SORTU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FE7AF7-7648-444C-B005-E683BD41C408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762000"/>
          </a:xfrm>
        </p:spPr>
        <p:txBody>
          <a:bodyPr/>
          <a:lstStyle/>
          <a:p>
            <a:r>
              <a:rPr lang="eu-ES" noProof="0" dirty="0"/>
              <a:t>Proiektuaren fitxategi eta kode guztiak zentralizatzea.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7DC11E7-34B1-1FAB-64E8-D4E0C5F3B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u-ES" sz="2000" noProof="0" dirty="0"/>
              <a:t>PROIEKTUA SORTU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6F5F691-4C0A-FF55-9ABC-F13A7FAF2356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u-ES" noProof="0" dirty="0"/>
              <a:t>Zereginak antolatu eta talde-lana kudeatzea. (Gantt Diagrama)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4E34223-06FD-F9F2-6669-77E015BF86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u-ES" sz="2000" noProof="0" dirty="0"/>
              <a:t>GITHUB DESKTOP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5F15484A-7C75-6A1F-E095-8FDC3E0906BE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r>
              <a:rPr lang="eu-ES" noProof="0" dirty="0"/>
              <a:t>Tokiko lan-fluxua eta hodeiko sinkronizazioa erraztea.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9B331C8-3CDE-835D-C755-D8AFD42A4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6019" y="3429000"/>
            <a:ext cx="2932113" cy="320547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8B9D147D-9F84-F87B-EE8A-BBE8602B6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237" y="3456557"/>
            <a:ext cx="2986504" cy="317792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2842736C-E2DF-BE9B-05DD-9065AB69DE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6468" y="3426092"/>
            <a:ext cx="2799581" cy="320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799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320-EE7F-BF03-E94C-B5447D0A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4B38B-AAF1-E004-9A26-4271476AF0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u-ES" noProof="0" dirty="0"/>
              <a:t>Sistema Eragileak Ezartzea</a:t>
            </a:r>
          </a:p>
        </p:txBody>
      </p:sp>
    </p:spTree>
    <p:extLst>
      <p:ext uri="{BB962C8B-B14F-4D97-AF65-F5344CB8AC3E}">
        <p14:creationId xmlns:p14="http://schemas.microsoft.com/office/powerpoint/2010/main" val="4071827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B3075-3C96-ABD1-3100-00103A0FD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B95E81-C2BF-EF5D-11C6-D677431FC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AA8D19-9F92-99BA-8F76-51E8481BF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2357120"/>
            <a:ext cx="9788350" cy="40436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Windows Server-en Instalazioa eta Oinarrizko Konfigurazioa (</a:t>
            </a:r>
            <a:r>
              <a:rPr lang="eu-ES" noProof="0" dirty="0" err="1"/>
              <a:t>VirtualBox</a:t>
            </a:r>
            <a:r>
              <a:rPr lang="eu-ES" noProof="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IP-a konfiguratu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Segurtasun politikak (Pasahitzak)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Diskoak eta bolumenak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RAID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Sistemaren Rol-ak eta ezaugarriak gehitu (IIS, </a:t>
            </a:r>
            <a:r>
              <a:rPr lang="eu-ES" noProof="0" dirty="0" err="1"/>
              <a:t>iSCSI</a:t>
            </a:r>
            <a:r>
              <a:rPr lang="eu-ES" noProof="0" dirty="0"/>
              <a:t> eta Segurtasun kopiak)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Erabiltzaileak eta taldeak (Baimenak + Kuotak)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Web Zerbitzaria (IIS)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Segurtasun Kopiak</a:t>
            </a:r>
          </a:p>
        </p:txBody>
      </p:sp>
    </p:spTree>
    <p:extLst>
      <p:ext uri="{BB962C8B-B14F-4D97-AF65-F5344CB8AC3E}">
        <p14:creationId xmlns:p14="http://schemas.microsoft.com/office/powerpoint/2010/main" val="1850726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9D6B9-CE8B-0901-C241-6F4CA1778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0FCDAB-423C-E90E-18C4-E1B0999F3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C87448-6213-7BED-CB8C-834563B8A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2690942" cy="18412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Emandako Espezifikazioak:</a:t>
            </a:r>
          </a:p>
          <a:p>
            <a:pPr>
              <a:buFontTx/>
              <a:buChar char="-"/>
            </a:pPr>
            <a:r>
              <a:rPr lang="eu-ES" sz="1400" b="1" noProof="0" dirty="0"/>
              <a:t>4GB RAM</a:t>
            </a:r>
          </a:p>
          <a:p>
            <a:pPr>
              <a:buFontTx/>
              <a:buChar char="-"/>
            </a:pPr>
            <a:r>
              <a:rPr lang="eu-ES" sz="1400" b="1" noProof="0" dirty="0"/>
              <a:t>4 CPU</a:t>
            </a:r>
          </a:p>
          <a:p>
            <a:pPr>
              <a:buFontTx/>
              <a:buChar char="-"/>
            </a:pPr>
            <a:r>
              <a:rPr lang="eu-ES" sz="1400" b="1" noProof="0" dirty="0"/>
              <a:t>50GB Diskoa (Sistema eragilea)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F8F5F40-08C2-1065-24D0-18E3DB8D3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727423"/>
          </a:xfrm>
        </p:spPr>
        <p:txBody>
          <a:bodyPr>
            <a:normAutofit/>
          </a:bodyPr>
          <a:lstStyle/>
          <a:p>
            <a:r>
              <a:rPr lang="eu-ES" sz="2000" noProof="0" dirty="0"/>
              <a:t>1. Windows Server-en Instalazioa eta Oinarrizko Konfigurazioa (</a:t>
            </a:r>
            <a:r>
              <a:rPr lang="eu-ES" sz="2000" noProof="0" dirty="0" err="1"/>
              <a:t>VirtualBox</a:t>
            </a:r>
            <a:r>
              <a:rPr lang="eu-ES" sz="2000" noProof="0" dirty="0"/>
              <a:t>)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E013BB24-A3B5-D1D6-53C0-D6444932DB42}"/>
              </a:ext>
            </a:extLst>
          </p:cNvPr>
          <p:cNvSpPr txBox="1">
            <a:spLocks/>
          </p:cNvSpPr>
          <p:nvPr/>
        </p:nvSpPr>
        <p:spPr>
          <a:xfrm>
            <a:off x="4491522" y="3045377"/>
            <a:ext cx="3077184" cy="1910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Instalatu duguna:</a:t>
            </a:r>
          </a:p>
          <a:p>
            <a:pPr>
              <a:buFontTx/>
              <a:buChar char="-"/>
            </a:pPr>
            <a:r>
              <a:rPr lang="eu-ES" sz="1400" b="1" noProof="0" dirty="0"/>
              <a:t>Windows Server 2025 x64 es-ES4 CPU</a:t>
            </a:r>
          </a:p>
          <a:p>
            <a:pPr>
              <a:buFontTx/>
              <a:buChar char="-"/>
            </a:pPr>
            <a:r>
              <a:rPr lang="eu-ES" sz="1400" b="1" noProof="0" dirty="0" err="1"/>
              <a:t>Standard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Edition</a:t>
            </a:r>
            <a:r>
              <a:rPr lang="eu-ES" sz="1400" b="1" noProof="0" dirty="0"/>
              <a:t> (</a:t>
            </a:r>
            <a:r>
              <a:rPr lang="eu-ES" sz="1400" b="1" noProof="0" dirty="0" err="1"/>
              <a:t>Desktop</a:t>
            </a:r>
            <a:r>
              <a:rPr lang="eu-ES" sz="1400" b="1" noProof="0" dirty="0"/>
              <a:t> </a:t>
            </a:r>
            <a:r>
              <a:rPr lang="eu-ES" sz="1400" b="1" noProof="0" dirty="0" err="1"/>
              <a:t>Experience</a:t>
            </a:r>
            <a:r>
              <a:rPr lang="eu-ES" sz="1400" b="1" noProof="0" dirty="0"/>
              <a:t>) / </a:t>
            </a:r>
            <a:r>
              <a:rPr lang="eu-ES" sz="1400" b="1" noProof="0" dirty="0" err="1"/>
              <a:t>Experiencia</a:t>
            </a:r>
            <a:r>
              <a:rPr lang="eu-ES" sz="1400" b="1" noProof="0" dirty="0"/>
              <a:t> de </a:t>
            </a:r>
            <a:r>
              <a:rPr lang="eu-ES" sz="1400" b="1" noProof="0" dirty="0" err="1"/>
              <a:t>escritorio</a:t>
            </a:r>
            <a:endParaRPr lang="eu-ES" sz="1400" b="1" noProof="0" dirty="0"/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939AC166-7267-0F5B-1984-30F06A759CC0}"/>
              </a:ext>
            </a:extLst>
          </p:cNvPr>
          <p:cNvSpPr txBox="1">
            <a:spLocks/>
          </p:cNvSpPr>
          <p:nvPr/>
        </p:nvSpPr>
        <p:spPr>
          <a:xfrm>
            <a:off x="8173703" y="3045376"/>
            <a:ext cx="3077184" cy="1575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400" b="1" noProof="0" dirty="0"/>
              <a:t>Hasierako konfigurazioa:</a:t>
            </a:r>
          </a:p>
          <a:p>
            <a:pPr>
              <a:buFontTx/>
              <a:buChar char="-"/>
            </a:pPr>
            <a:r>
              <a:rPr lang="eu-ES" sz="1400" b="1" noProof="0" dirty="0"/>
              <a:t>Administratzaileari Pasahitza Ezarri</a:t>
            </a:r>
          </a:p>
          <a:p>
            <a:pPr>
              <a:buFontTx/>
              <a:buChar char="-"/>
            </a:pPr>
            <a:r>
              <a:rPr lang="eu-ES" sz="1400" b="1" noProof="0" dirty="0"/>
              <a:t>Ekipoaren izena aldatu</a:t>
            </a:r>
          </a:p>
          <a:p>
            <a:pPr>
              <a:buFontTx/>
              <a:buChar char="-"/>
            </a:pPr>
            <a:r>
              <a:rPr lang="eu-ES" sz="1400" b="1" noProof="0" dirty="0"/>
              <a:t>Sistema eguneratu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57330AB-8B9D-C201-478A-ED5E89E307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5067908"/>
            <a:ext cx="2035892" cy="135547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6DAF512-C1BB-D286-7497-E6007A7D94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9060" y="5067907"/>
            <a:ext cx="2202424" cy="135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552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6CF1C-099D-C058-4E63-D634BA11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36F0EB-4AFF-4DD1-4441-6C23A9129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821E9E-BE89-384F-9D61-77828537D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5854146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IP FINKOA JARRI DIOGU: 192.168.0.10 (255.255.255.0 Maskara).</a:t>
            </a:r>
          </a:p>
          <a:p>
            <a:pPr marL="0" indent="0">
              <a:buNone/>
            </a:pPr>
            <a:r>
              <a:rPr lang="eu-ES" sz="1400" b="1" noProof="0" dirty="0"/>
              <a:t>ZERTARAKO? Zerbitzariak sarera konektatu bakoitzean IP ezberdina izan ez dezan.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B8A1D4-49A4-26D5-7FF0-B361CB7F97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2. IP-a konfiguratu</a:t>
            </a:r>
          </a:p>
          <a:p>
            <a:endParaRPr lang="eu-ES" sz="2000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94EB918-8F44-4A3D-5589-4E385A310C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729" y="2260111"/>
            <a:ext cx="4228296" cy="3880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637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46009-C073-64E2-E57C-083FE3B88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8CAC76-6343-F83B-4F87-59C2F76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F686A67-F90D-4C32-D386-E0593643B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5657501" cy="2873642"/>
          </a:xfrm>
        </p:spPr>
        <p:txBody>
          <a:bodyPr>
            <a:normAutofit fontScale="6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Gutxienez 8 karaktereko pasahitzak.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Azken 12 pasahitz gogoratuko dira (Historial de </a:t>
            </a:r>
            <a:r>
              <a:rPr lang="eu-ES" sz="2500" noProof="0" dirty="0" err="1"/>
              <a:t>contraseñas</a:t>
            </a:r>
            <a:r>
              <a:rPr lang="eu-ES" sz="2500" noProof="0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Konplexutasuna bai (Karaktere berezien erabilera, maiuskulak eta zenbakiak erabili beharra).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60 egunean behin pasahitza aldatu behar 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Pasahitza 5 aldiz jarraian gaizki sartzen bada, kontua 30 minutuz blokeatuta izango 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sz="2500" noProof="0" dirty="0"/>
              <a:t>Administratzailearen kontuan ere politika hauek eragina izatea ahalbidetu egin dugu.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D889C4D-0C3F-3D89-6C11-7084BDB04D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3. Segurtasun politikak (Pasahitzak)</a:t>
            </a:r>
          </a:p>
          <a:p>
            <a:endParaRPr lang="eu-ES" sz="2000" noProof="0" dirty="0"/>
          </a:p>
          <a:p>
            <a:endParaRPr lang="eu-ES" sz="2000" noProof="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3CDB0D2-499A-9373-9E56-50A99A1AC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0903" y="2445774"/>
            <a:ext cx="4242608" cy="372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6333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D3527-2C8C-5C46-C067-79A4C672E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A91DEA-968F-4A4F-2F71-A9A26C18A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F214DF-5E8A-73C0-C7A0-0A92BFDF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6129449" cy="10350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Hardwarea: 3 disko gogor, bakoitza 50GB </a:t>
            </a:r>
            <a:r>
              <a:rPr lang="eu-ES" sz="1400" b="1" noProof="0" dirty="0" err="1"/>
              <a:t>koa</a:t>
            </a:r>
            <a:endParaRPr lang="eu-ES" sz="1400" b="1" noProof="0" dirty="0"/>
          </a:p>
          <a:p>
            <a:pPr marL="0" indent="0">
              <a:buNone/>
            </a:pPr>
            <a:r>
              <a:rPr lang="eu-ES" sz="1400" b="1" noProof="0" dirty="0"/>
              <a:t>Bolumen kopurua: 1 (100GB)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C8E45CC-5AFC-FA3F-0588-A69CE3344B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4. Diskoak eta bolumenak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2F9C7EC-0306-2D75-F887-9F3456C40F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593" y="2015613"/>
            <a:ext cx="4272453" cy="4002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9006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36787-DAB2-8D2D-625F-C2857D8A6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DE17B4-AFE0-CCA8-2EDD-5D0A44DDB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222A8F-7BD9-2A4F-D550-11FAA11EC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526792" cy="20033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u-ES" sz="1400" b="1" noProof="0" dirty="0"/>
              <a:t>Sortu dugun RAID = RAID 5</a:t>
            </a:r>
          </a:p>
          <a:p>
            <a:pPr>
              <a:buFontTx/>
              <a:buChar char="-"/>
            </a:pPr>
            <a:r>
              <a:rPr lang="eu-ES" sz="1400" b="1" noProof="0" dirty="0"/>
              <a:t>Segurtasuna (</a:t>
            </a:r>
            <a:r>
              <a:rPr lang="eu-ES" sz="1400" b="1" noProof="0" dirty="0" err="1"/>
              <a:t>Parietatea</a:t>
            </a:r>
            <a:r>
              <a:rPr lang="eu-ES" sz="1400" b="1" noProof="0" dirty="0"/>
              <a:t>)</a:t>
            </a:r>
          </a:p>
          <a:p>
            <a:pPr>
              <a:buFontTx/>
              <a:buChar char="-"/>
            </a:pPr>
            <a:r>
              <a:rPr lang="eu-ES" sz="1400" b="1" noProof="0" dirty="0"/>
              <a:t>3 diskoetatik 2ren memoria erabilgarri dugu (3.na </a:t>
            </a:r>
            <a:r>
              <a:rPr lang="eu-ES" sz="1400" b="1" noProof="0" dirty="0" err="1"/>
              <a:t>parietaterako</a:t>
            </a:r>
            <a:r>
              <a:rPr lang="eu-ES" sz="1400" b="1" noProof="0" dirty="0"/>
              <a:t> geratuko da.)</a:t>
            </a:r>
          </a:p>
          <a:p>
            <a:pPr>
              <a:buFontTx/>
              <a:buChar char="-"/>
            </a:pPr>
            <a:r>
              <a:rPr lang="eu-ES" sz="1400" b="1" noProof="0" dirty="0"/>
              <a:t>Disko 1 apurtzen bada, sistemak martxan jarraitu dezake datuak galdu gabe disko gogorra aldatu arte.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7CC7C5A-C44C-B9CE-7A9C-D8E0076C4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5. RAID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F95EDD8-B103-FE11-CCCD-5FC19E404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4223" y="2445774"/>
            <a:ext cx="4206732" cy="3783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737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A24BD-85D3-39DA-1F41-421564918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E1441B-FF19-CF67-E5B5-12CA61702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C755A1-7F9D-B071-D05C-6E3DAC10B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45377"/>
            <a:ext cx="4379307" cy="200332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u-ES" sz="1400" b="1" noProof="0" dirty="0"/>
          </a:p>
          <a:p>
            <a:pPr>
              <a:buFontTx/>
              <a:buChar char="-"/>
            </a:pPr>
            <a:r>
              <a:rPr lang="eu-ES" sz="2400" b="1" noProof="0" dirty="0"/>
              <a:t>IIS web zerbitzaria</a:t>
            </a:r>
          </a:p>
          <a:p>
            <a:pPr>
              <a:buFontTx/>
              <a:buChar char="-"/>
            </a:pPr>
            <a:r>
              <a:rPr lang="eu-ES" sz="2400" b="1" noProof="0" dirty="0" err="1"/>
              <a:t>Iscsi</a:t>
            </a:r>
            <a:r>
              <a:rPr lang="eu-ES" sz="2400" b="1" noProof="0" dirty="0"/>
              <a:t> (Karpeten kuoten administratzailea)</a:t>
            </a:r>
          </a:p>
          <a:p>
            <a:pPr>
              <a:buFontTx/>
              <a:buChar char="-"/>
            </a:pPr>
            <a:r>
              <a:rPr lang="eu-ES" sz="2400" b="1" noProof="0" dirty="0"/>
              <a:t>Windows </a:t>
            </a:r>
            <a:r>
              <a:rPr lang="eu-ES" sz="2400" b="1" noProof="0" dirty="0" err="1"/>
              <a:t>server</a:t>
            </a:r>
            <a:r>
              <a:rPr lang="eu-ES" sz="2400" b="1" noProof="0" dirty="0"/>
              <a:t> </a:t>
            </a:r>
            <a:r>
              <a:rPr lang="eu-ES" sz="2400" b="1" noProof="0" dirty="0" err="1"/>
              <a:t>backup</a:t>
            </a:r>
            <a:endParaRPr lang="eu-ES" sz="2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E37D166-14B7-0CB9-191F-A17CC120F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6. Sistemaren Rol-ak eta ezaugarriak gehitu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343D234-A3DE-9FF8-A439-848D5F5BE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601" y="2445774"/>
            <a:ext cx="4113816" cy="384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532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B2FF9-7914-2866-33B2-C14C49B0E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8EB4C0-C18E-1D27-E7DC-ABE9A5700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7A1D9C-E1E2-F7CE-1E12-9123CEEF6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583" y="3065043"/>
            <a:ext cx="5716494" cy="246068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u-ES" sz="1800" b="1" dirty="0"/>
              <a:t>Erabiltzaileak eta taldeak:</a:t>
            </a:r>
          </a:p>
          <a:p>
            <a:pPr>
              <a:buFontTx/>
              <a:buChar char="-"/>
            </a:pPr>
            <a:r>
              <a:rPr lang="eu-ES" sz="1800" b="1" noProof="0" dirty="0"/>
              <a:t>Erabiltzaileak sortu.</a:t>
            </a:r>
          </a:p>
          <a:p>
            <a:pPr>
              <a:buFontTx/>
              <a:buChar char="-"/>
            </a:pPr>
            <a:r>
              <a:rPr lang="eu-ES" sz="1800" b="1" dirty="0"/>
              <a:t>Taldeak sortu.</a:t>
            </a:r>
          </a:p>
          <a:p>
            <a:pPr>
              <a:buFontTx/>
              <a:buChar char="-"/>
            </a:pPr>
            <a:r>
              <a:rPr lang="eu-ES" sz="1800" b="1" noProof="0" dirty="0"/>
              <a:t>Sortutako erabiltzaileak</a:t>
            </a:r>
          </a:p>
          <a:p>
            <a:pPr marL="0" indent="0">
              <a:buNone/>
            </a:pPr>
            <a:r>
              <a:rPr lang="eu-ES" sz="1800" b="1" noProof="0" dirty="0"/>
              <a:t>Zertarako? Baimenak ematerako garaian, talde oso bati baimenak ematea azkarragoa eta errazagoa delako, erabiltzaileei banaka ematea baino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87ED0D8-BFFB-C76D-EDB7-A17DDC2DA6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7. Erabiltzaileak eta taldeak (Baimenak + Kuotak)</a:t>
            </a:r>
          </a:p>
        </p:txBody>
      </p:sp>
    </p:spTree>
    <p:extLst>
      <p:ext uri="{BB962C8B-B14F-4D97-AF65-F5344CB8AC3E}">
        <p14:creationId xmlns:p14="http://schemas.microsoft.com/office/powerpoint/2010/main" val="2852114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826FF-189D-D9C3-F533-4B550FA3F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91C6E5-1B9C-FFE2-B9F6-8954698F4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10849D9-9A0D-652B-4827-405C3EFDE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7. Erabiltzaileak eta taldeak (Baimenak + Kuotak)</a:t>
            </a: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664A0A42-5268-F8DE-9535-36D420BC50F8}"/>
              </a:ext>
            </a:extLst>
          </p:cNvPr>
          <p:cNvSpPr txBox="1">
            <a:spLocks/>
          </p:cNvSpPr>
          <p:nvPr/>
        </p:nvSpPr>
        <p:spPr>
          <a:xfrm>
            <a:off x="1195583" y="2979173"/>
            <a:ext cx="5549346" cy="29791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u-ES" sz="1800" b="1" dirty="0"/>
              <a:t>Baimenak:</a:t>
            </a:r>
          </a:p>
          <a:p>
            <a:pPr marL="0" indent="0">
              <a:buFont typeface="Wingdings 3" charset="2"/>
              <a:buNone/>
            </a:pPr>
            <a:r>
              <a:rPr lang="eu-ES" sz="1800" b="1" dirty="0"/>
              <a:t>Sortu diren enpresako karpetetan, aurretik sortu ditugun taldeentzako lan egiteko beharko dituzten baimenak ezarri dizkiegu. Honi esker:</a:t>
            </a:r>
          </a:p>
          <a:p>
            <a:pPr>
              <a:buFontTx/>
              <a:buChar char="-"/>
            </a:pPr>
            <a:r>
              <a:rPr lang="eu-ES" sz="1800" b="1" dirty="0"/>
              <a:t>Bakoitzak bere lan eremua izango du.</a:t>
            </a:r>
          </a:p>
          <a:p>
            <a:pPr>
              <a:buFontTx/>
              <a:buChar char="-"/>
            </a:pPr>
            <a:r>
              <a:rPr lang="eu-ES" sz="1800" b="1" dirty="0"/>
              <a:t>Informazio bakoitza behar duen langileak bakarrik ikusiko du.</a:t>
            </a:r>
          </a:p>
          <a:p>
            <a:pPr>
              <a:buFontTx/>
              <a:buChar char="-"/>
            </a:pPr>
            <a:r>
              <a:rPr lang="eu-ES" sz="1800" b="1" dirty="0"/>
              <a:t>Informazioa nahi gabe ezabatzea saihestuko dugu.</a:t>
            </a:r>
          </a:p>
        </p:txBody>
      </p:sp>
    </p:spTree>
    <p:extLst>
      <p:ext uri="{BB962C8B-B14F-4D97-AF65-F5344CB8AC3E}">
        <p14:creationId xmlns:p14="http://schemas.microsoft.com/office/powerpoint/2010/main" val="24509321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C06A1-0A11-5EBB-8B99-4692DDADD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5EE06-213A-C39C-0EDD-C8D2479AA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1A9E29D-F63B-03AA-915F-77ABFA4F8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105" y="3311012"/>
            <a:ext cx="5506387" cy="1981201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u-ES" sz="1800" b="1" noProof="0" dirty="0"/>
              <a:t>ISS ADMINSITRATZAILETIK KONFIGURATU </a:t>
            </a:r>
          </a:p>
          <a:p>
            <a:pPr>
              <a:buFontTx/>
              <a:buChar char="-"/>
            </a:pPr>
            <a:r>
              <a:rPr lang="eu-ES" sz="1800" b="1" noProof="0" dirty="0"/>
              <a:t>ZERBITZARIKO ERABILTZAILEEN BAIMENAK MUGATU + KANPOKO ERABILTZAILEEI BAIMENAK EMAN (IUSR)</a:t>
            </a:r>
          </a:p>
          <a:p>
            <a:pPr>
              <a:buFontTx/>
              <a:buChar char="-"/>
            </a:pPr>
            <a:r>
              <a:rPr lang="eu-ES" sz="1800" b="1" noProof="0" dirty="0"/>
              <a:t>FIREWALL SALBUESPENA JARRI (8080 PORTUA)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B28AC23-126B-3A2A-1F84-443600B787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8. Web Zerbitzaria (IIS)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CC413D6-1A67-AA2C-808F-EA7A3D774B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1970" y="2140726"/>
            <a:ext cx="4162675" cy="3812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2412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402C1-1318-B7F7-BE32-9568E3DCE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4A6CD1-53D2-C1E0-A991-737210E13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3" y="1007807"/>
            <a:ext cx="7261460" cy="997974"/>
          </a:xfrm>
        </p:spPr>
        <p:txBody>
          <a:bodyPr/>
          <a:lstStyle/>
          <a:p>
            <a:r>
              <a:rPr lang="eu-ES" sz="3200" noProof="0" dirty="0"/>
              <a:t>SISTEMA ERAGILEAK EZARTZEA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3B0347-A9ED-01A6-EECD-6ACAB9BA7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3" y="3077496"/>
            <a:ext cx="10563798" cy="3062747"/>
          </a:xfrm>
        </p:spPr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100 GB-ko bolumen finkoa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noProof="0" dirty="0"/>
              <a:t>Bolumen honetarako sarbidea </a:t>
            </a:r>
            <a:r>
              <a:rPr lang="eu-ES" b="1" noProof="0" dirty="0"/>
              <a:t>zerbitzariko administratzaileak bakarrik</a:t>
            </a:r>
            <a:r>
              <a:rPr lang="eu-ES" noProof="0" dirty="0"/>
              <a:t> izango du.</a:t>
            </a:r>
            <a:endParaRPr lang="eu-ES" b="1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Kopiatuko diren elementuak:</a:t>
            </a:r>
            <a:br>
              <a:rPr lang="eu-ES" noProof="0" dirty="0"/>
            </a:br>
            <a:endParaRPr lang="eu-ES" noProof="0" dirty="0"/>
          </a:p>
          <a:p>
            <a:pPr marL="0" indent="0">
              <a:buNone/>
            </a:pPr>
            <a:r>
              <a:rPr lang="eu-ES" noProof="0" dirty="0"/>
              <a:t>		`C:` Diskoa (Zerbitzariaren sistema eragilea eta konfigurazioak).</a:t>
            </a:r>
          </a:p>
          <a:p>
            <a:pPr marL="0" indent="0">
              <a:buNone/>
            </a:pPr>
            <a:r>
              <a:rPr lang="eu-ES" noProof="0" dirty="0"/>
              <a:t>		`E:` Diskoa (Enpresako fitxategi guztiak eta web orria gordetzen diren bolumena).</a:t>
            </a:r>
            <a:br>
              <a:rPr lang="eu-ES" noProof="0" dirty="0"/>
            </a:br>
            <a:endParaRPr lang="eu-ES" noProof="0" dirty="0"/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Maiztasuna: </a:t>
            </a:r>
            <a:r>
              <a:rPr lang="eu-ES" noProof="0" dirty="0"/>
              <a:t>Kopiak </a:t>
            </a:r>
            <a:r>
              <a:rPr lang="eu-ES" b="1" noProof="0" dirty="0"/>
              <a:t>egunero</a:t>
            </a:r>
            <a:r>
              <a:rPr lang="eu-ES" noProof="0" dirty="0"/>
              <a:t> egingo dira automatikoki. Goizeko </a:t>
            </a:r>
            <a:r>
              <a:rPr lang="eu-ES" b="1" noProof="0" dirty="0"/>
              <a:t>03:00</a:t>
            </a:r>
            <a:r>
              <a:rPr lang="eu-ES" noProof="0" dirty="0"/>
              <a:t> </a:t>
            </a:r>
            <a:r>
              <a:rPr lang="eu-ES" noProof="0" dirty="0" err="1"/>
              <a:t>tan</a:t>
            </a:r>
            <a:r>
              <a:rPr lang="eu-ES" noProof="0" dirty="0"/>
              <a:t> egingo dira kopiak,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u-ES" b="1" noProof="0" dirty="0"/>
              <a:t>Mantentze-lana: </a:t>
            </a:r>
            <a:r>
              <a:rPr lang="eu-ES" noProof="0" dirty="0"/>
              <a:t>Informatikariak </a:t>
            </a:r>
            <a:r>
              <a:rPr lang="eu-ES" b="1" noProof="0" dirty="0"/>
              <a:t>egunero </a:t>
            </a:r>
            <a:r>
              <a:rPr lang="eu-ES" b="1" noProof="0" dirty="0" err="1"/>
              <a:t>errebisatu</a:t>
            </a:r>
            <a:r>
              <a:rPr lang="eu-ES" b="1" noProof="0" dirty="0"/>
              <a:t> eta egiaztatuko du</a:t>
            </a:r>
            <a:r>
              <a:rPr lang="eu-ES" noProof="0" dirty="0"/>
              <a:t> kopiak zuzen eta egitura egokiarekin egin direla.</a:t>
            </a:r>
          </a:p>
          <a:p>
            <a:pPr>
              <a:buFontTx/>
              <a:buChar char="-"/>
            </a:pPr>
            <a:endParaRPr lang="eu-ES" sz="1400" b="1" noProof="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DCB4657-A40B-7750-9540-3C8EA93E3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95583" y="2445774"/>
            <a:ext cx="9669062" cy="425245"/>
          </a:xfrm>
        </p:spPr>
        <p:txBody>
          <a:bodyPr>
            <a:normAutofit/>
          </a:bodyPr>
          <a:lstStyle/>
          <a:p>
            <a:r>
              <a:rPr lang="eu-ES" sz="2000" noProof="0" dirty="0"/>
              <a:t>9. Segurtasun Kopiak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611135C-0CFA-3F35-CD39-C5F030386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6413" y="2039075"/>
            <a:ext cx="3052609" cy="1005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9767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343</TotalTime>
  <Words>637</Words>
  <Application>Microsoft Office PowerPoint</Application>
  <PresentationFormat>Panorámica</PresentationFormat>
  <Paragraphs>99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Century Gothic</vt:lpstr>
      <vt:lpstr>Wingdings 3</vt:lpstr>
      <vt:lpstr>Ion</vt:lpstr>
      <vt:lpstr>1. ERRONKA - INFORMAZIOAREN DIGITALIZAZIO WEBGUNEA</vt:lpstr>
      <vt:lpstr>GAIAK</vt:lpstr>
      <vt:lpstr>Produkzio-sektoreei aplikatutako digitalizazioa</vt:lpstr>
      <vt:lpstr>PRODUKZIO-SEKTOREEI APLIKATUTAKO DIGITALIZAZIOA</vt:lpstr>
      <vt:lpstr>ZER EGIN DUGU GITHUB?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  <vt:lpstr>SISTEMA ERAGILEAK EZARTZEA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Aldalur Odriozola, Xabier</dc:creator>
  <cp:lastModifiedBy>Aldalur Odriozola, Xabier</cp:lastModifiedBy>
  <cp:revision>14</cp:revision>
  <dcterms:created xsi:type="dcterms:W3CDTF">2026-10-27T09:27:25Z</dcterms:created>
  <dcterms:modified xsi:type="dcterms:W3CDTF">2026-10-29T10:44:49Z</dcterms:modified>
</cp:coreProperties>
</file>