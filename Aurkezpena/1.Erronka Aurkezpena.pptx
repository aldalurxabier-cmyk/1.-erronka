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3" r:id="rId16"/>
    <p:sldId id="275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Windows Server-en Instalazioa eta Oinarrizko Konfigurazioa (</a:t>
            </a:r>
            <a:r>
              <a:rPr lang="eu-ES" noProof="0" dirty="0" err="1"/>
              <a:t>VirtualBox</a:t>
            </a:r>
            <a:r>
              <a:rPr lang="eu-ES" noProof="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IP-a konfiguratu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politikak (Pasahitzak)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Diskoak eta bolumenak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Sistemaren Rol-ak eta ezaugarriak gehitu (IIS, </a:t>
            </a:r>
            <a:r>
              <a:rPr lang="eu-ES" noProof="0" dirty="0" err="1"/>
              <a:t>iSCSI</a:t>
            </a:r>
            <a:r>
              <a:rPr lang="eu-ES" noProof="0" dirty="0"/>
              <a:t> eta Segurtasun kopiak)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Erabiltzaileak eta taldeak (Baimenak + Kuotak)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Web Zerbitzaria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noProof="0" dirty="0"/>
              <a:t>4GB RAM</a:t>
            </a:r>
          </a:p>
          <a:p>
            <a:pPr>
              <a:buFontTx/>
              <a:buChar char="-"/>
            </a:pPr>
            <a:r>
              <a:rPr lang="eu-ES" sz="1400" b="1" noProof="0" dirty="0"/>
              <a:t>4 CPU</a:t>
            </a:r>
          </a:p>
          <a:p>
            <a:pPr>
              <a:buFontTx/>
              <a:buChar char="-"/>
            </a:pPr>
            <a:r>
              <a:rPr lang="eu-ES" sz="1400" b="1" noProof="0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noProof="0" dirty="0"/>
              <a:t>1. Windows Server-en Instalazioa eta Oinarrizko Konfigurazioa (</a:t>
            </a:r>
            <a:r>
              <a:rPr lang="eu-ES" sz="2000" noProof="0" dirty="0" err="1"/>
              <a:t>VirtualBox</a:t>
            </a:r>
            <a:r>
              <a:rPr lang="eu-ES" sz="2000" noProof="0" dirty="0"/>
              <a:t>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noProof="0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2. IP-a konfiguratu</a:t>
            </a:r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657501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Gutxienez 8 karaktereko pasahitzak.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Azken 12 pasahitz gogoratuko dira (Historial de </a:t>
            </a:r>
            <a:r>
              <a:rPr lang="eu-ES" sz="2500" noProof="0" dirty="0" err="1"/>
              <a:t>contraseñas</a:t>
            </a:r>
            <a:r>
              <a:rPr lang="eu-ES" sz="2500" noProof="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Konplexutasuna bai (Karaktere berezien erabilera, maiuskulak eta zenbakiak erabili beharra).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60 egunean behin pasahitza aldatu behar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Pasahitza 5 aldiz jarraian gaizki sartzen bada, kontua 30 minutuz blokeatuta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Administratzailearen kontuan ere politika hauek eragina izatea ahalbidetu egin dugu.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3. Segurtasun politikak (Pasahitzak)</a:t>
            </a:r>
          </a:p>
          <a:p>
            <a:endParaRPr lang="eu-ES" sz="2000" noProof="0" dirty="0"/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903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129449" cy="1035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Hardwarea: 3 disko gogor, bakoitza 50GB </a:t>
            </a:r>
            <a:r>
              <a:rPr lang="eu-ES" sz="1400" b="1" noProof="0" dirty="0" err="1"/>
              <a:t>koa</a:t>
            </a:r>
            <a:endParaRPr lang="eu-ES" sz="1400" b="1" noProof="0" dirty="0"/>
          </a:p>
          <a:p>
            <a:pPr marL="0" indent="0">
              <a:buNone/>
            </a:pPr>
            <a:r>
              <a:rPr lang="eu-ES" sz="1400" b="1" noProof="0" dirty="0"/>
              <a:t>Bolumen kopurua: 1 (100GB)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4. Diskoak eta bolumenak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F9C7EC-0306-2D75-F887-9F3456C40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93" y="2015613"/>
            <a:ext cx="4272453" cy="400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noProof="0" dirty="0"/>
              <a:t>Segurtasuna (</a:t>
            </a:r>
            <a:r>
              <a:rPr lang="eu-ES" sz="1400" b="1" noProof="0" dirty="0" err="1"/>
              <a:t>Parietatea</a:t>
            </a:r>
            <a:r>
              <a:rPr lang="eu-ES" sz="1400" b="1" noProof="0" dirty="0"/>
              <a:t>)</a:t>
            </a:r>
          </a:p>
          <a:p>
            <a:pPr>
              <a:buFontTx/>
              <a:buChar char="-"/>
            </a:pPr>
            <a:r>
              <a:rPr lang="eu-ES" sz="1400" b="1" noProof="0" dirty="0"/>
              <a:t>3 diskoetatik 2ren memoria erabilgarri dugu (3.na </a:t>
            </a:r>
            <a:r>
              <a:rPr lang="eu-ES" sz="1400" b="1" noProof="0" dirty="0" err="1"/>
              <a:t>parietaterako</a:t>
            </a:r>
            <a:r>
              <a:rPr lang="eu-ES" sz="1400" b="1" noProof="0" dirty="0"/>
              <a:t> geratuko da.)</a:t>
            </a:r>
          </a:p>
          <a:p>
            <a:pPr>
              <a:buFontTx/>
              <a:buChar char="-"/>
            </a:pPr>
            <a:r>
              <a:rPr lang="eu-ES" sz="1400" b="1" noProof="0" dirty="0"/>
              <a:t>Disko 1 apurtzen bada, sistemak martxan jarraitu dezake datuak galdu gabe disko gogorra aldatu arte.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5.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noProof="0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noProof="0" dirty="0" err="1"/>
              <a:t>Iscsi</a:t>
            </a:r>
            <a:r>
              <a:rPr lang="eu-ES" sz="2400" b="1" noProof="0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noProof="0" dirty="0"/>
              <a:t>Windows </a:t>
            </a:r>
            <a:r>
              <a:rPr lang="eu-ES" sz="2400" b="1" noProof="0" dirty="0" err="1"/>
              <a:t>server</a:t>
            </a:r>
            <a:r>
              <a:rPr lang="eu-ES" sz="2400" b="1" noProof="0" dirty="0"/>
              <a:t> </a:t>
            </a:r>
            <a:r>
              <a:rPr lang="eu-ES" sz="2400" b="1" noProof="0" dirty="0" err="1"/>
              <a:t>backup</a:t>
            </a:r>
            <a:endParaRPr lang="eu-ES" sz="2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6. Sistemaren Rol-ak eta ezaugarriak gehitu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65043"/>
            <a:ext cx="5716494" cy="246068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u-ES" sz="1800" b="1" dirty="0"/>
              <a:t>Erabiltzaileak eta taldeak:</a:t>
            </a:r>
          </a:p>
          <a:p>
            <a:pPr>
              <a:buFontTx/>
              <a:buChar char="-"/>
            </a:pPr>
            <a:r>
              <a:rPr lang="eu-ES" sz="1800" b="1" noProof="0" dirty="0"/>
              <a:t>Erabiltzaileak sortu.</a:t>
            </a:r>
          </a:p>
          <a:p>
            <a:pPr>
              <a:buFontTx/>
              <a:buChar char="-"/>
            </a:pPr>
            <a:r>
              <a:rPr lang="eu-ES" sz="1800" b="1" dirty="0"/>
              <a:t>Taldeak sortu.</a:t>
            </a:r>
          </a:p>
          <a:p>
            <a:pPr>
              <a:buFontTx/>
              <a:buChar char="-"/>
            </a:pPr>
            <a:r>
              <a:rPr lang="eu-ES" sz="1800" b="1" noProof="0" dirty="0"/>
              <a:t>Sortutako erabiltzaileak</a:t>
            </a:r>
          </a:p>
          <a:p>
            <a:pPr marL="0" indent="0">
              <a:buNone/>
            </a:pPr>
            <a:r>
              <a:rPr lang="eu-ES" sz="1800" b="1" noProof="0" dirty="0"/>
              <a:t>Zertarako? Baimenak ematerako garaian, talde oso bati baimenak ematea azkarragoa eta errazagoa delako, erabiltzaileei banaka ematea baino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826FF-189D-D9C3-F533-4B550FA3F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1C6E5-1B9C-FFE2-B9F6-8954698F4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10849D9-9A0D-652B-4827-405C3EFDE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64A0A42-5268-F8DE-9535-36D420BC50F8}"/>
              </a:ext>
            </a:extLst>
          </p:cNvPr>
          <p:cNvSpPr txBox="1">
            <a:spLocks/>
          </p:cNvSpPr>
          <p:nvPr/>
        </p:nvSpPr>
        <p:spPr>
          <a:xfrm>
            <a:off x="1195583" y="2979173"/>
            <a:ext cx="5549346" cy="29791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800" b="1" dirty="0"/>
              <a:t>Baimenak:</a:t>
            </a:r>
          </a:p>
          <a:p>
            <a:pPr marL="0" indent="0">
              <a:buFont typeface="Wingdings 3" charset="2"/>
              <a:buNone/>
            </a:pPr>
            <a:r>
              <a:rPr lang="eu-ES" sz="1800" b="1" dirty="0"/>
              <a:t>Sortu diren enpresako karpetetan, aurretik sortu ditugun taldeentzako lan egiteko beharko dituzten baimenak ezarri dizkiegu. Honi esker:</a:t>
            </a:r>
          </a:p>
          <a:p>
            <a:pPr>
              <a:buFontTx/>
              <a:buChar char="-"/>
            </a:pPr>
            <a:r>
              <a:rPr lang="eu-ES" sz="1800" b="1" dirty="0"/>
              <a:t>Bakoitzak bere lan eremua izango du.</a:t>
            </a:r>
          </a:p>
          <a:p>
            <a:pPr>
              <a:buFontTx/>
              <a:buChar char="-"/>
            </a:pPr>
            <a:r>
              <a:rPr lang="eu-ES" sz="1800" b="1" dirty="0"/>
              <a:t>Informazio bakoitza behar duen langileak bakarrik ikusiko du.</a:t>
            </a:r>
          </a:p>
          <a:p>
            <a:pPr>
              <a:buFontTx/>
              <a:buChar char="-"/>
            </a:pPr>
            <a:r>
              <a:rPr lang="eu-ES" sz="1800" b="1" dirty="0"/>
              <a:t>Informazioa nahi gabe ezabatzea saihestuko dugu.</a:t>
            </a:r>
          </a:p>
        </p:txBody>
      </p:sp>
    </p:spTree>
    <p:extLst>
      <p:ext uri="{BB962C8B-B14F-4D97-AF65-F5344CB8AC3E}">
        <p14:creationId xmlns:p14="http://schemas.microsoft.com/office/powerpoint/2010/main" val="2450932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5408D-7BCB-C84A-B1ED-46D3A8916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C5EB22-66B6-CF10-D7CA-40B5B6818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BA8CA4-516A-ADB3-74D5-C5F446145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Kuotak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F05DF31-D459-ED70-8DF1-63E64C5B6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dirty="0"/>
              <a:t>7. Erabiltzaileak eta taldeak (Baimenak + Kuotak)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4BF31421-BC31-495A-4442-F8FB7D5ABA3F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A039A09-3BF1-9090-9D3C-0D7FD89887CC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CCCDFB3-9514-277C-AFCB-1D61B8EDE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1BDDC6D-F0A3-D047-2FDB-65C1058570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03837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noProof="0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noProof="0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noProof="0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8. Web Zerbitzaria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3077496"/>
            <a:ext cx="10563798" cy="3062747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100 GB-ko bolumen finkoa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Bolumen honetarako sarbidea </a:t>
            </a:r>
            <a:r>
              <a:rPr lang="eu-ES" b="1" noProof="0" dirty="0"/>
              <a:t>zerbitzariko administratzaileak bakarrik</a:t>
            </a:r>
            <a:r>
              <a:rPr lang="eu-ES" noProof="0" dirty="0"/>
              <a:t> izango du.</a:t>
            </a:r>
            <a:endParaRPr lang="eu-E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Kopiatuko diren elementuak:</a:t>
            </a:r>
            <a:br>
              <a:rPr lang="eu-ES" noProof="0" dirty="0"/>
            </a:br>
            <a:endParaRPr lang="eu-ES" noProof="0" dirty="0"/>
          </a:p>
          <a:p>
            <a:pPr marL="0" indent="0">
              <a:buNone/>
            </a:pPr>
            <a:r>
              <a:rPr lang="eu-ES" noProof="0" dirty="0"/>
              <a:t>		`C:` Diskoa (Zerbitzariaren sistema eragilea eta konfigurazioak).</a:t>
            </a:r>
          </a:p>
          <a:p>
            <a:pPr marL="0" indent="0">
              <a:buNone/>
            </a:pPr>
            <a:r>
              <a:rPr lang="eu-ES" noProof="0" dirty="0"/>
              <a:t>		`E:` Diskoa (Enpresako fitxategi guztiak eta web orria gordetzen diren bolumena).</a:t>
            </a:r>
            <a:br>
              <a:rPr lang="eu-ES" noProof="0" dirty="0"/>
            </a:br>
            <a:endParaRPr lang="eu-E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Maiztasuna: </a:t>
            </a:r>
            <a:r>
              <a:rPr lang="eu-ES" noProof="0" dirty="0"/>
              <a:t>Kopiak </a:t>
            </a:r>
            <a:r>
              <a:rPr lang="eu-ES" b="1" noProof="0" dirty="0"/>
              <a:t>egunero</a:t>
            </a:r>
            <a:r>
              <a:rPr lang="eu-ES" noProof="0" dirty="0"/>
              <a:t> egingo dira automatikoki. Goizeko </a:t>
            </a:r>
            <a:r>
              <a:rPr lang="eu-ES" b="1" noProof="0" dirty="0"/>
              <a:t>03:00</a:t>
            </a:r>
            <a:r>
              <a:rPr lang="eu-ES" noProof="0" dirty="0"/>
              <a:t> </a:t>
            </a:r>
            <a:r>
              <a:rPr lang="eu-ES" noProof="0" dirty="0" err="1"/>
              <a:t>tan</a:t>
            </a:r>
            <a:r>
              <a:rPr lang="eu-ES" noProof="0" dirty="0"/>
              <a:t> egingo dira kopiak,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Mantentze-lana: </a:t>
            </a:r>
            <a:r>
              <a:rPr lang="eu-ES" noProof="0" dirty="0"/>
              <a:t>Informatikariak </a:t>
            </a:r>
            <a:r>
              <a:rPr lang="eu-ES" b="1" noProof="0" dirty="0"/>
              <a:t>egunero </a:t>
            </a:r>
            <a:r>
              <a:rPr lang="eu-ES" b="1" noProof="0" dirty="0" err="1"/>
              <a:t>errebisatu</a:t>
            </a:r>
            <a:r>
              <a:rPr lang="eu-ES" b="1" noProof="0" dirty="0"/>
              <a:t> eta egiaztatuko du</a:t>
            </a:r>
            <a:r>
              <a:rPr lang="eu-ES" noProof="0" dirty="0"/>
              <a:t> kopiak zuzen eta egitura egokiarekin egin direla.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9. Segurtasun Kopiak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611135C-0CFA-3F35-CD39-C5F03038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413" y="2039075"/>
            <a:ext cx="3052609" cy="10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348</TotalTime>
  <Words>681</Words>
  <Application>Microsoft Office PowerPoint</Application>
  <PresentationFormat>Panorámica</PresentationFormat>
  <Paragraphs>109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Aldalur Odriozola, Xabier</dc:creator>
  <cp:lastModifiedBy>Aldalur Odriozola, Xabier</cp:lastModifiedBy>
  <cp:revision>15</cp:revision>
  <dcterms:created xsi:type="dcterms:W3CDTF">2026-10-27T09:27:25Z</dcterms:created>
  <dcterms:modified xsi:type="dcterms:W3CDTF">2026-10-29T10:49:50Z</dcterms:modified>
</cp:coreProperties>
</file>